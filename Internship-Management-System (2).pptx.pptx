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arlow Bold" charset="1" panose="00000800000000000000"/>
      <p:regular r:id="rId19"/>
    </p:embeddedFont>
    <p:embeddedFont>
      <p:font typeface="Montserrat" charset="1" panose="00000500000000000000"/>
      <p:regular r:id="rId20"/>
    </p:embeddedFont>
    <p:embeddedFont>
      <p:font typeface="Montserrat Bold" charset="1" panose="00000800000000000000"/>
      <p:regular r:id="rId22"/>
    </p:embeddedFont>
    <p:embeddedFont>
      <p:font typeface="Barlow Light" charset="1" panose="000004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0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554462"/>
            <a:chOff x="0" y="0"/>
            <a:chExt cx="24384000" cy="473928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739259"/>
            </a:xfrm>
            <a:custGeom>
              <a:avLst/>
              <a:gdLst/>
              <a:ahLst/>
              <a:cxnLst/>
              <a:rect r="r" b="b" t="t" l="l"/>
              <a:pathLst>
                <a:path h="473925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739259"/>
                  </a:lnTo>
                  <a:lnTo>
                    <a:pt x="0" y="473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" t="0" r="-2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47886" y="5716041"/>
            <a:ext cx="9957792" cy="92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Internship Management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886" y="6974979"/>
            <a:ext cx="1639222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centralized platform connecting students, companies, and administrators for efficient internship management at LJ University, Ahmedabad.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7886" y="2497187"/>
            <a:ext cx="7894141" cy="92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Project Team &amp; Guidance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86" y="4083992"/>
            <a:ext cx="4276130" cy="55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Development 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7886" y="4832002"/>
            <a:ext cx="786571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Chawda Vency (24004500210038)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886" y="5360045"/>
            <a:ext cx="786571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Gondaliya Aayusha (24004500210072)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886" y="5888088"/>
            <a:ext cx="786571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Virwani Rajvi (24004500210311)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886" y="6565106"/>
            <a:ext cx="786571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Master of Science (Information Technology) Integrated, Semester III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3924" y="4083992"/>
            <a:ext cx="4276130" cy="55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Academic Supervision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83924" y="4832002"/>
            <a:ext cx="786571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Guided By:</a:t>
            </a: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Prof. Sarfaraj Patel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3924" y="5509022"/>
            <a:ext cx="786571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HOD:</a:t>
            </a: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Dr. Dhaval Patel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83924" y="6186041"/>
            <a:ext cx="786571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Course:</a:t>
            </a: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System Analysis and Design (Project) - 150023317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7886" y="2247751"/>
            <a:ext cx="8570416" cy="92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Project Objectives &amp; Scope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3124" y="3578126"/>
            <a:ext cx="5293073" cy="4427785"/>
            <a:chOff x="0" y="0"/>
            <a:chExt cx="7057430" cy="59037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7044690" cy="5891022"/>
            </a:xfrm>
            <a:custGeom>
              <a:avLst/>
              <a:gdLst/>
              <a:ahLst/>
              <a:cxnLst/>
              <a:rect r="r" b="b" t="t" l="l"/>
              <a:pathLst>
                <a:path h="5891022" w="7044690">
                  <a:moveTo>
                    <a:pt x="0" y="541655"/>
                  </a:moveTo>
                  <a:cubicBezTo>
                    <a:pt x="0" y="242570"/>
                    <a:pt x="242570" y="0"/>
                    <a:pt x="541909" y="0"/>
                  </a:cubicBezTo>
                  <a:lnTo>
                    <a:pt x="6502908" y="0"/>
                  </a:lnTo>
                  <a:cubicBezTo>
                    <a:pt x="6802120" y="0"/>
                    <a:pt x="7044690" y="242570"/>
                    <a:pt x="7044690" y="541655"/>
                  </a:cubicBezTo>
                  <a:lnTo>
                    <a:pt x="7044690" y="5349367"/>
                  </a:lnTo>
                  <a:cubicBezTo>
                    <a:pt x="7044690" y="5648579"/>
                    <a:pt x="6802120" y="5891022"/>
                    <a:pt x="6502781" y="5891022"/>
                  </a:cubicBezTo>
                  <a:lnTo>
                    <a:pt x="541909" y="5891022"/>
                  </a:lnTo>
                  <a:cubicBezTo>
                    <a:pt x="242570" y="5891022"/>
                    <a:pt x="0" y="5648452"/>
                    <a:pt x="0" y="534936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57517" cy="5903722"/>
            </a:xfrm>
            <a:custGeom>
              <a:avLst/>
              <a:gdLst/>
              <a:ahLst/>
              <a:cxnLst/>
              <a:rect r="r" b="b" t="t" l="l"/>
              <a:pathLst>
                <a:path h="5903722" w="7057517">
                  <a:moveTo>
                    <a:pt x="0" y="548005"/>
                  </a:moveTo>
                  <a:cubicBezTo>
                    <a:pt x="0" y="245364"/>
                    <a:pt x="245491" y="0"/>
                    <a:pt x="548259" y="0"/>
                  </a:cubicBezTo>
                  <a:lnTo>
                    <a:pt x="6509258" y="0"/>
                  </a:lnTo>
                  <a:lnTo>
                    <a:pt x="6509258" y="6350"/>
                  </a:lnTo>
                  <a:lnTo>
                    <a:pt x="6509258" y="0"/>
                  </a:lnTo>
                  <a:cubicBezTo>
                    <a:pt x="6812026" y="0"/>
                    <a:pt x="7057517" y="245364"/>
                    <a:pt x="7057517" y="548005"/>
                  </a:cubicBezTo>
                  <a:lnTo>
                    <a:pt x="7057517" y="5355717"/>
                  </a:lnTo>
                  <a:lnTo>
                    <a:pt x="7051167" y="5355717"/>
                  </a:lnTo>
                  <a:lnTo>
                    <a:pt x="7057517" y="5355717"/>
                  </a:lnTo>
                  <a:cubicBezTo>
                    <a:pt x="7057517" y="5658358"/>
                    <a:pt x="6812026" y="5903722"/>
                    <a:pt x="6509258" y="5903722"/>
                  </a:cubicBezTo>
                  <a:lnTo>
                    <a:pt x="6509258" y="5897372"/>
                  </a:lnTo>
                  <a:lnTo>
                    <a:pt x="6509258" y="5903722"/>
                  </a:lnTo>
                  <a:lnTo>
                    <a:pt x="548259" y="5903722"/>
                  </a:lnTo>
                  <a:lnTo>
                    <a:pt x="548259" y="5897372"/>
                  </a:lnTo>
                  <a:lnTo>
                    <a:pt x="548259" y="5903722"/>
                  </a:lnTo>
                  <a:cubicBezTo>
                    <a:pt x="245491" y="5903722"/>
                    <a:pt x="0" y="5658358"/>
                    <a:pt x="0" y="5355717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5355717"/>
                  </a:lnTo>
                  <a:lnTo>
                    <a:pt x="6350" y="5355717"/>
                  </a:lnTo>
                  <a:lnTo>
                    <a:pt x="12700" y="5355717"/>
                  </a:lnTo>
                  <a:cubicBezTo>
                    <a:pt x="12700" y="5651373"/>
                    <a:pt x="252476" y="5891022"/>
                    <a:pt x="548259" y="5891022"/>
                  </a:cubicBezTo>
                  <a:lnTo>
                    <a:pt x="6509258" y="5891022"/>
                  </a:lnTo>
                  <a:cubicBezTo>
                    <a:pt x="6805040" y="5891022"/>
                    <a:pt x="7044817" y="5651373"/>
                    <a:pt x="7044817" y="5355717"/>
                  </a:cubicBezTo>
                  <a:lnTo>
                    <a:pt x="7044817" y="548005"/>
                  </a:lnTo>
                  <a:lnTo>
                    <a:pt x="7051167" y="548005"/>
                  </a:lnTo>
                  <a:lnTo>
                    <a:pt x="7044817" y="548005"/>
                  </a:lnTo>
                  <a:cubicBezTo>
                    <a:pt x="7044690" y="252349"/>
                    <a:pt x="6804914" y="12700"/>
                    <a:pt x="6509258" y="12700"/>
                  </a:cubicBezTo>
                  <a:lnTo>
                    <a:pt x="548259" y="12700"/>
                  </a:lnTo>
                  <a:lnTo>
                    <a:pt x="548259" y="6350"/>
                  </a:lnTo>
                  <a:lnTo>
                    <a:pt x="548259" y="12700"/>
                  </a:lnTo>
                  <a:cubicBezTo>
                    <a:pt x="252476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28130" y="3863131"/>
            <a:ext cx="812452" cy="812452"/>
            <a:chOff x="0" y="0"/>
            <a:chExt cx="1083270" cy="108327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451521" y="4086522"/>
            <a:ext cx="365523" cy="365522"/>
          </a:xfrm>
          <a:custGeom>
            <a:avLst/>
            <a:gdLst/>
            <a:ahLst/>
            <a:cxnLst/>
            <a:rect r="r" b="b" t="t" l="l"/>
            <a:pathLst>
              <a:path h="365522" w="365523">
                <a:moveTo>
                  <a:pt x="0" y="0"/>
                </a:moveTo>
                <a:lnTo>
                  <a:pt x="365523" y="0"/>
                </a:lnTo>
                <a:lnTo>
                  <a:pt x="365523" y="365523"/>
                </a:lnTo>
                <a:lnTo>
                  <a:pt x="0" y="365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8974" r="0" b="-897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28130" y="4917727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Core Objective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8130" y="5477768"/>
            <a:ext cx="4723060" cy="224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Design and develop a system that helps students, companies, and administrators manage internships efficiently through a unified platform.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97390" y="3578126"/>
            <a:ext cx="5293073" cy="4427785"/>
            <a:chOff x="0" y="0"/>
            <a:chExt cx="7057430" cy="59037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7044690" cy="5891022"/>
            </a:xfrm>
            <a:custGeom>
              <a:avLst/>
              <a:gdLst/>
              <a:ahLst/>
              <a:cxnLst/>
              <a:rect r="r" b="b" t="t" l="l"/>
              <a:pathLst>
                <a:path h="5891022" w="7044690">
                  <a:moveTo>
                    <a:pt x="0" y="541655"/>
                  </a:moveTo>
                  <a:cubicBezTo>
                    <a:pt x="0" y="242570"/>
                    <a:pt x="242570" y="0"/>
                    <a:pt x="541909" y="0"/>
                  </a:cubicBezTo>
                  <a:lnTo>
                    <a:pt x="6502908" y="0"/>
                  </a:lnTo>
                  <a:cubicBezTo>
                    <a:pt x="6802120" y="0"/>
                    <a:pt x="7044690" y="242570"/>
                    <a:pt x="7044690" y="541655"/>
                  </a:cubicBezTo>
                  <a:lnTo>
                    <a:pt x="7044690" y="5349367"/>
                  </a:lnTo>
                  <a:cubicBezTo>
                    <a:pt x="7044690" y="5648579"/>
                    <a:pt x="6802120" y="5891022"/>
                    <a:pt x="6502781" y="5891022"/>
                  </a:cubicBezTo>
                  <a:lnTo>
                    <a:pt x="541909" y="5891022"/>
                  </a:lnTo>
                  <a:cubicBezTo>
                    <a:pt x="242570" y="5891022"/>
                    <a:pt x="0" y="5648452"/>
                    <a:pt x="0" y="534936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57517" cy="5903722"/>
            </a:xfrm>
            <a:custGeom>
              <a:avLst/>
              <a:gdLst/>
              <a:ahLst/>
              <a:cxnLst/>
              <a:rect r="r" b="b" t="t" l="l"/>
              <a:pathLst>
                <a:path h="5903722" w="7057517">
                  <a:moveTo>
                    <a:pt x="0" y="548005"/>
                  </a:moveTo>
                  <a:cubicBezTo>
                    <a:pt x="0" y="245364"/>
                    <a:pt x="245491" y="0"/>
                    <a:pt x="548259" y="0"/>
                  </a:cubicBezTo>
                  <a:lnTo>
                    <a:pt x="6509258" y="0"/>
                  </a:lnTo>
                  <a:lnTo>
                    <a:pt x="6509258" y="6350"/>
                  </a:lnTo>
                  <a:lnTo>
                    <a:pt x="6509258" y="0"/>
                  </a:lnTo>
                  <a:cubicBezTo>
                    <a:pt x="6812026" y="0"/>
                    <a:pt x="7057517" y="245364"/>
                    <a:pt x="7057517" y="548005"/>
                  </a:cubicBezTo>
                  <a:lnTo>
                    <a:pt x="7057517" y="5355717"/>
                  </a:lnTo>
                  <a:lnTo>
                    <a:pt x="7051167" y="5355717"/>
                  </a:lnTo>
                  <a:lnTo>
                    <a:pt x="7057517" y="5355717"/>
                  </a:lnTo>
                  <a:cubicBezTo>
                    <a:pt x="7057517" y="5658358"/>
                    <a:pt x="6812026" y="5903722"/>
                    <a:pt x="6509258" y="5903722"/>
                  </a:cubicBezTo>
                  <a:lnTo>
                    <a:pt x="6509258" y="5897372"/>
                  </a:lnTo>
                  <a:lnTo>
                    <a:pt x="6509258" y="5903722"/>
                  </a:lnTo>
                  <a:lnTo>
                    <a:pt x="548259" y="5903722"/>
                  </a:lnTo>
                  <a:lnTo>
                    <a:pt x="548259" y="5897372"/>
                  </a:lnTo>
                  <a:lnTo>
                    <a:pt x="548259" y="5903722"/>
                  </a:lnTo>
                  <a:cubicBezTo>
                    <a:pt x="245491" y="5903722"/>
                    <a:pt x="0" y="5658358"/>
                    <a:pt x="0" y="5355717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5355717"/>
                  </a:lnTo>
                  <a:lnTo>
                    <a:pt x="6350" y="5355717"/>
                  </a:lnTo>
                  <a:lnTo>
                    <a:pt x="12700" y="5355717"/>
                  </a:lnTo>
                  <a:cubicBezTo>
                    <a:pt x="12700" y="5651373"/>
                    <a:pt x="252476" y="5891022"/>
                    <a:pt x="548259" y="5891022"/>
                  </a:cubicBezTo>
                  <a:lnTo>
                    <a:pt x="6509258" y="5891022"/>
                  </a:lnTo>
                  <a:cubicBezTo>
                    <a:pt x="6805040" y="5891022"/>
                    <a:pt x="7044817" y="5651373"/>
                    <a:pt x="7044817" y="5355717"/>
                  </a:cubicBezTo>
                  <a:lnTo>
                    <a:pt x="7044817" y="548005"/>
                  </a:lnTo>
                  <a:lnTo>
                    <a:pt x="7051167" y="548005"/>
                  </a:lnTo>
                  <a:lnTo>
                    <a:pt x="7044817" y="548005"/>
                  </a:lnTo>
                  <a:cubicBezTo>
                    <a:pt x="7044690" y="252349"/>
                    <a:pt x="6804914" y="12700"/>
                    <a:pt x="6509258" y="12700"/>
                  </a:cubicBezTo>
                  <a:lnTo>
                    <a:pt x="548259" y="12700"/>
                  </a:lnTo>
                  <a:lnTo>
                    <a:pt x="548259" y="6350"/>
                  </a:lnTo>
                  <a:lnTo>
                    <a:pt x="548259" y="12700"/>
                  </a:lnTo>
                  <a:cubicBezTo>
                    <a:pt x="252476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6782395" y="3863131"/>
            <a:ext cx="812452" cy="812452"/>
            <a:chOff x="0" y="0"/>
            <a:chExt cx="1083270" cy="108327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7005786" y="4086522"/>
            <a:ext cx="365522" cy="365522"/>
          </a:xfrm>
          <a:custGeom>
            <a:avLst/>
            <a:gdLst/>
            <a:ahLst/>
            <a:cxnLst/>
            <a:rect r="r" b="b" t="t" l="l"/>
            <a:pathLst>
              <a:path h="365522" w="365522">
                <a:moveTo>
                  <a:pt x="0" y="0"/>
                </a:moveTo>
                <a:lnTo>
                  <a:pt x="365523" y="0"/>
                </a:lnTo>
                <a:lnTo>
                  <a:pt x="365523" y="365523"/>
                </a:lnTo>
                <a:lnTo>
                  <a:pt x="0" y="365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4615" t="0" r="-34615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782395" y="4917727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System Scope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82395" y="5477768"/>
            <a:ext cx="4723060" cy="224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Student registration and applications, company internship postings, admin monitoring and approvals, report uploads, and certificate generation.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51655" y="3578126"/>
            <a:ext cx="5293221" cy="4427785"/>
            <a:chOff x="0" y="0"/>
            <a:chExt cx="7057628" cy="590371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7044944" cy="5891022"/>
            </a:xfrm>
            <a:custGeom>
              <a:avLst/>
              <a:gdLst/>
              <a:ahLst/>
              <a:cxnLst/>
              <a:rect r="r" b="b" t="t" l="l"/>
              <a:pathLst>
                <a:path h="5891022" w="7044944">
                  <a:moveTo>
                    <a:pt x="0" y="541655"/>
                  </a:moveTo>
                  <a:cubicBezTo>
                    <a:pt x="0" y="242570"/>
                    <a:pt x="242570" y="0"/>
                    <a:pt x="541909" y="0"/>
                  </a:cubicBezTo>
                  <a:lnTo>
                    <a:pt x="6503035" y="0"/>
                  </a:lnTo>
                  <a:cubicBezTo>
                    <a:pt x="6802247" y="0"/>
                    <a:pt x="7044944" y="242570"/>
                    <a:pt x="7044944" y="541655"/>
                  </a:cubicBezTo>
                  <a:lnTo>
                    <a:pt x="7044944" y="5349367"/>
                  </a:lnTo>
                  <a:cubicBezTo>
                    <a:pt x="7044944" y="5648579"/>
                    <a:pt x="6802374" y="5891022"/>
                    <a:pt x="6503035" y="5891022"/>
                  </a:cubicBezTo>
                  <a:lnTo>
                    <a:pt x="541909" y="5891022"/>
                  </a:lnTo>
                  <a:cubicBezTo>
                    <a:pt x="242570" y="5891022"/>
                    <a:pt x="0" y="5648452"/>
                    <a:pt x="0" y="534936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57644" cy="5903722"/>
            </a:xfrm>
            <a:custGeom>
              <a:avLst/>
              <a:gdLst/>
              <a:ahLst/>
              <a:cxnLst/>
              <a:rect r="r" b="b" t="t" l="l"/>
              <a:pathLst>
                <a:path h="5903722" w="7057644">
                  <a:moveTo>
                    <a:pt x="0" y="548005"/>
                  </a:moveTo>
                  <a:cubicBezTo>
                    <a:pt x="0" y="245364"/>
                    <a:pt x="245491" y="0"/>
                    <a:pt x="548259" y="0"/>
                  </a:cubicBezTo>
                  <a:lnTo>
                    <a:pt x="6509385" y="0"/>
                  </a:lnTo>
                  <a:lnTo>
                    <a:pt x="6509385" y="6350"/>
                  </a:lnTo>
                  <a:lnTo>
                    <a:pt x="6509385" y="0"/>
                  </a:lnTo>
                  <a:cubicBezTo>
                    <a:pt x="6812153" y="0"/>
                    <a:pt x="7057644" y="245364"/>
                    <a:pt x="7057644" y="548005"/>
                  </a:cubicBezTo>
                  <a:lnTo>
                    <a:pt x="7057644" y="5355717"/>
                  </a:lnTo>
                  <a:lnTo>
                    <a:pt x="7051294" y="5355717"/>
                  </a:lnTo>
                  <a:lnTo>
                    <a:pt x="7057644" y="5355717"/>
                  </a:lnTo>
                  <a:cubicBezTo>
                    <a:pt x="7057644" y="5658358"/>
                    <a:pt x="6812153" y="5903722"/>
                    <a:pt x="6509385" y="5903722"/>
                  </a:cubicBezTo>
                  <a:lnTo>
                    <a:pt x="6509385" y="5897372"/>
                  </a:lnTo>
                  <a:lnTo>
                    <a:pt x="6509385" y="5903722"/>
                  </a:lnTo>
                  <a:lnTo>
                    <a:pt x="548259" y="5903722"/>
                  </a:lnTo>
                  <a:lnTo>
                    <a:pt x="548259" y="5897372"/>
                  </a:lnTo>
                  <a:lnTo>
                    <a:pt x="548259" y="5903722"/>
                  </a:lnTo>
                  <a:cubicBezTo>
                    <a:pt x="245491" y="5903722"/>
                    <a:pt x="0" y="5658358"/>
                    <a:pt x="0" y="5355717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5355717"/>
                  </a:lnTo>
                  <a:lnTo>
                    <a:pt x="6350" y="5355717"/>
                  </a:lnTo>
                  <a:lnTo>
                    <a:pt x="12700" y="5355717"/>
                  </a:lnTo>
                  <a:cubicBezTo>
                    <a:pt x="12700" y="5651373"/>
                    <a:pt x="252476" y="5891022"/>
                    <a:pt x="548259" y="5891022"/>
                  </a:cubicBezTo>
                  <a:lnTo>
                    <a:pt x="6509385" y="5891022"/>
                  </a:lnTo>
                  <a:cubicBezTo>
                    <a:pt x="6805168" y="5891022"/>
                    <a:pt x="7044944" y="5651373"/>
                    <a:pt x="7044944" y="5355717"/>
                  </a:cubicBezTo>
                  <a:lnTo>
                    <a:pt x="7044944" y="548005"/>
                  </a:lnTo>
                  <a:lnTo>
                    <a:pt x="7051294" y="548005"/>
                  </a:lnTo>
                  <a:lnTo>
                    <a:pt x="7044944" y="548005"/>
                  </a:lnTo>
                  <a:cubicBezTo>
                    <a:pt x="7044944" y="252349"/>
                    <a:pt x="6805168" y="12700"/>
                    <a:pt x="6509385" y="12700"/>
                  </a:cubicBezTo>
                  <a:lnTo>
                    <a:pt x="548259" y="12700"/>
                  </a:lnTo>
                  <a:lnTo>
                    <a:pt x="548259" y="6350"/>
                  </a:lnTo>
                  <a:lnTo>
                    <a:pt x="548259" y="12700"/>
                  </a:lnTo>
                  <a:cubicBezTo>
                    <a:pt x="252476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2336661" y="3863131"/>
            <a:ext cx="812453" cy="812452"/>
            <a:chOff x="0" y="0"/>
            <a:chExt cx="1083270" cy="10832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3" b="3"/>
              </a:stretch>
            </a:blip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560052" y="4086522"/>
            <a:ext cx="365523" cy="365522"/>
          </a:xfrm>
          <a:custGeom>
            <a:avLst/>
            <a:gdLst/>
            <a:ahLst/>
            <a:cxnLst/>
            <a:rect r="r" b="b" t="t" l="l"/>
            <a:pathLst>
              <a:path h="365522" w="365523">
                <a:moveTo>
                  <a:pt x="0" y="0"/>
                </a:moveTo>
                <a:lnTo>
                  <a:pt x="365523" y="0"/>
                </a:lnTo>
                <a:lnTo>
                  <a:pt x="365523" y="365523"/>
                </a:lnTo>
                <a:lnTo>
                  <a:pt x="0" y="3655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7692" t="0" r="-7692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36661" y="4917727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Intended Audience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36661" y="5477768"/>
            <a:ext cx="472321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Developers, testers, faculty evaluators, students, and organizations providing internship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7886" y="2936825"/>
            <a:ext cx="7126932" cy="92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Technology Stack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8836" y="4388346"/>
            <a:ext cx="5321647" cy="2942630"/>
            <a:chOff x="0" y="0"/>
            <a:chExt cx="7095530" cy="39235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7044690" cy="3872738"/>
            </a:xfrm>
            <a:custGeom>
              <a:avLst/>
              <a:gdLst/>
              <a:ahLst/>
              <a:cxnLst/>
              <a:rect r="r" b="b" t="t" l="l"/>
              <a:pathLst>
                <a:path h="3872738" w="7044690">
                  <a:moveTo>
                    <a:pt x="0" y="541655"/>
                  </a:moveTo>
                  <a:cubicBezTo>
                    <a:pt x="0" y="242443"/>
                    <a:pt x="243967" y="0"/>
                    <a:pt x="544830" y="0"/>
                  </a:cubicBezTo>
                  <a:lnTo>
                    <a:pt x="6499860" y="0"/>
                  </a:lnTo>
                  <a:cubicBezTo>
                    <a:pt x="6800723" y="0"/>
                    <a:pt x="7044690" y="242443"/>
                    <a:pt x="7044690" y="541655"/>
                  </a:cubicBezTo>
                  <a:lnTo>
                    <a:pt x="7044690" y="3331083"/>
                  </a:lnTo>
                  <a:cubicBezTo>
                    <a:pt x="7044690" y="3630168"/>
                    <a:pt x="6800723" y="3872738"/>
                    <a:pt x="6499860" y="3872738"/>
                  </a:cubicBezTo>
                  <a:lnTo>
                    <a:pt x="544830" y="3872738"/>
                  </a:lnTo>
                  <a:cubicBezTo>
                    <a:pt x="243967" y="3872738"/>
                    <a:pt x="0" y="3630168"/>
                    <a:pt x="0" y="333108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95490" cy="3923538"/>
            </a:xfrm>
            <a:custGeom>
              <a:avLst/>
              <a:gdLst/>
              <a:ahLst/>
              <a:cxnLst/>
              <a:rect r="r" b="b" t="t" l="l"/>
              <a:pathLst>
                <a:path h="3923538" w="7095490">
                  <a:moveTo>
                    <a:pt x="0" y="567055"/>
                  </a:moveTo>
                  <a:cubicBezTo>
                    <a:pt x="0" y="253746"/>
                    <a:pt x="255397" y="0"/>
                    <a:pt x="570230" y="0"/>
                  </a:cubicBezTo>
                  <a:lnTo>
                    <a:pt x="6525260" y="0"/>
                  </a:lnTo>
                  <a:lnTo>
                    <a:pt x="6525260" y="25400"/>
                  </a:lnTo>
                  <a:lnTo>
                    <a:pt x="6525260" y="0"/>
                  </a:lnTo>
                  <a:cubicBezTo>
                    <a:pt x="6840093" y="0"/>
                    <a:pt x="7095490" y="253746"/>
                    <a:pt x="7095490" y="567055"/>
                  </a:cubicBezTo>
                  <a:lnTo>
                    <a:pt x="7070090" y="567055"/>
                  </a:lnTo>
                  <a:lnTo>
                    <a:pt x="7095490" y="567055"/>
                  </a:lnTo>
                  <a:lnTo>
                    <a:pt x="7095490" y="3356483"/>
                  </a:lnTo>
                  <a:lnTo>
                    <a:pt x="7070090" y="3356483"/>
                  </a:lnTo>
                  <a:lnTo>
                    <a:pt x="7095490" y="3356483"/>
                  </a:lnTo>
                  <a:cubicBezTo>
                    <a:pt x="7095490" y="3669792"/>
                    <a:pt x="6840093" y="3923538"/>
                    <a:pt x="6525260" y="3923538"/>
                  </a:cubicBezTo>
                  <a:lnTo>
                    <a:pt x="6525260" y="3898138"/>
                  </a:lnTo>
                  <a:lnTo>
                    <a:pt x="6525260" y="3923538"/>
                  </a:lnTo>
                  <a:lnTo>
                    <a:pt x="570230" y="3923538"/>
                  </a:lnTo>
                  <a:lnTo>
                    <a:pt x="570230" y="3898138"/>
                  </a:lnTo>
                  <a:lnTo>
                    <a:pt x="570230" y="3923538"/>
                  </a:lnTo>
                  <a:cubicBezTo>
                    <a:pt x="255397" y="3923538"/>
                    <a:pt x="0" y="3669792"/>
                    <a:pt x="0" y="3356483"/>
                  </a:cubicBezTo>
                  <a:lnTo>
                    <a:pt x="0" y="567055"/>
                  </a:lnTo>
                  <a:lnTo>
                    <a:pt x="25400" y="567055"/>
                  </a:lnTo>
                  <a:lnTo>
                    <a:pt x="0" y="567055"/>
                  </a:lnTo>
                  <a:moveTo>
                    <a:pt x="50800" y="567055"/>
                  </a:moveTo>
                  <a:lnTo>
                    <a:pt x="50800" y="3356483"/>
                  </a:lnTo>
                  <a:lnTo>
                    <a:pt x="25400" y="3356483"/>
                  </a:lnTo>
                  <a:lnTo>
                    <a:pt x="50800" y="3356483"/>
                  </a:lnTo>
                  <a:cubicBezTo>
                    <a:pt x="50800" y="3641471"/>
                    <a:pt x="283210" y="3872738"/>
                    <a:pt x="570230" y="3872738"/>
                  </a:cubicBezTo>
                  <a:lnTo>
                    <a:pt x="6525260" y="3872738"/>
                  </a:lnTo>
                  <a:cubicBezTo>
                    <a:pt x="6812280" y="3872738"/>
                    <a:pt x="7044690" y="3641471"/>
                    <a:pt x="7044690" y="3356483"/>
                  </a:cubicBezTo>
                  <a:lnTo>
                    <a:pt x="7044690" y="567055"/>
                  </a:lnTo>
                  <a:cubicBezTo>
                    <a:pt x="7044690" y="282067"/>
                    <a:pt x="6812280" y="50800"/>
                    <a:pt x="6525260" y="50800"/>
                  </a:cubicBezTo>
                  <a:lnTo>
                    <a:pt x="570230" y="50800"/>
                  </a:lnTo>
                  <a:lnTo>
                    <a:pt x="570230" y="25400"/>
                  </a:lnTo>
                  <a:lnTo>
                    <a:pt x="570230" y="50800"/>
                  </a:lnTo>
                  <a:cubicBezTo>
                    <a:pt x="283210" y="50800"/>
                    <a:pt x="50800" y="282067"/>
                    <a:pt x="50800" y="56705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85986" y="4445496"/>
            <a:ext cx="5207348" cy="812452"/>
            <a:chOff x="0" y="0"/>
            <a:chExt cx="6943130" cy="1083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3090" cy="1083310"/>
            </a:xfrm>
            <a:custGeom>
              <a:avLst/>
              <a:gdLst/>
              <a:ahLst/>
              <a:cxnLst/>
              <a:rect r="r" b="b" t="t" l="l"/>
              <a:pathLst>
                <a:path h="1083310" w="6943090">
                  <a:moveTo>
                    <a:pt x="0" y="480695"/>
                  </a:moveTo>
                  <a:cubicBezTo>
                    <a:pt x="0" y="215265"/>
                    <a:pt x="215265" y="0"/>
                    <a:pt x="480695" y="0"/>
                  </a:cubicBezTo>
                  <a:lnTo>
                    <a:pt x="6462395" y="0"/>
                  </a:lnTo>
                  <a:cubicBezTo>
                    <a:pt x="6727825" y="0"/>
                    <a:pt x="6943090" y="215265"/>
                    <a:pt x="6943090" y="480695"/>
                  </a:cubicBezTo>
                  <a:lnTo>
                    <a:pt x="6943090" y="602615"/>
                  </a:lnTo>
                  <a:cubicBezTo>
                    <a:pt x="6943090" y="868045"/>
                    <a:pt x="6727825" y="1083310"/>
                    <a:pt x="6462395" y="1083310"/>
                  </a:cubicBezTo>
                  <a:lnTo>
                    <a:pt x="480695" y="1083310"/>
                  </a:lnTo>
                  <a:cubicBezTo>
                    <a:pt x="215265" y="1083310"/>
                    <a:pt x="0" y="868045"/>
                    <a:pt x="0" y="602615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3386584" y="4643735"/>
            <a:ext cx="406153" cy="406153"/>
          </a:xfrm>
          <a:custGeom>
            <a:avLst/>
            <a:gdLst/>
            <a:ahLst/>
            <a:cxnLst/>
            <a:rect r="r" b="b" t="t" l="l"/>
            <a:pathLst>
              <a:path h="406153" w="406153">
                <a:moveTo>
                  <a:pt x="0" y="0"/>
                </a:moveTo>
                <a:lnTo>
                  <a:pt x="406152" y="0"/>
                </a:lnTo>
                <a:lnTo>
                  <a:pt x="406152" y="406152"/>
                </a:lnTo>
                <a:lnTo>
                  <a:pt x="0" y="406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25" t="0" r="-232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56705" y="5500093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Frontend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6705" y="6060132"/>
            <a:ext cx="466591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HTML, CSS, JavaScript for responsive user interface design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83102" y="4388346"/>
            <a:ext cx="5321647" cy="2942630"/>
            <a:chOff x="0" y="0"/>
            <a:chExt cx="7095530" cy="39235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7044690" cy="3872738"/>
            </a:xfrm>
            <a:custGeom>
              <a:avLst/>
              <a:gdLst/>
              <a:ahLst/>
              <a:cxnLst/>
              <a:rect r="r" b="b" t="t" l="l"/>
              <a:pathLst>
                <a:path h="3872738" w="7044690">
                  <a:moveTo>
                    <a:pt x="0" y="541655"/>
                  </a:moveTo>
                  <a:cubicBezTo>
                    <a:pt x="0" y="242443"/>
                    <a:pt x="243967" y="0"/>
                    <a:pt x="544830" y="0"/>
                  </a:cubicBezTo>
                  <a:lnTo>
                    <a:pt x="6499860" y="0"/>
                  </a:lnTo>
                  <a:cubicBezTo>
                    <a:pt x="6800723" y="0"/>
                    <a:pt x="7044690" y="242443"/>
                    <a:pt x="7044690" y="541655"/>
                  </a:cubicBezTo>
                  <a:lnTo>
                    <a:pt x="7044690" y="3331083"/>
                  </a:lnTo>
                  <a:cubicBezTo>
                    <a:pt x="7044690" y="3630168"/>
                    <a:pt x="6800723" y="3872738"/>
                    <a:pt x="6499860" y="3872738"/>
                  </a:cubicBezTo>
                  <a:lnTo>
                    <a:pt x="544830" y="3872738"/>
                  </a:lnTo>
                  <a:cubicBezTo>
                    <a:pt x="243967" y="3872738"/>
                    <a:pt x="0" y="3630168"/>
                    <a:pt x="0" y="333108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95490" cy="3923538"/>
            </a:xfrm>
            <a:custGeom>
              <a:avLst/>
              <a:gdLst/>
              <a:ahLst/>
              <a:cxnLst/>
              <a:rect r="r" b="b" t="t" l="l"/>
              <a:pathLst>
                <a:path h="3923538" w="7095490">
                  <a:moveTo>
                    <a:pt x="0" y="567055"/>
                  </a:moveTo>
                  <a:cubicBezTo>
                    <a:pt x="0" y="253746"/>
                    <a:pt x="255397" y="0"/>
                    <a:pt x="570230" y="0"/>
                  </a:cubicBezTo>
                  <a:lnTo>
                    <a:pt x="6525260" y="0"/>
                  </a:lnTo>
                  <a:lnTo>
                    <a:pt x="6525260" y="25400"/>
                  </a:lnTo>
                  <a:lnTo>
                    <a:pt x="6525260" y="0"/>
                  </a:lnTo>
                  <a:cubicBezTo>
                    <a:pt x="6840093" y="0"/>
                    <a:pt x="7095490" y="253746"/>
                    <a:pt x="7095490" y="567055"/>
                  </a:cubicBezTo>
                  <a:lnTo>
                    <a:pt x="7070090" y="567055"/>
                  </a:lnTo>
                  <a:lnTo>
                    <a:pt x="7095490" y="567055"/>
                  </a:lnTo>
                  <a:lnTo>
                    <a:pt x="7095490" y="3356483"/>
                  </a:lnTo>
                  <a:lnTo>
                    <a:pt x="7070090" y="3356483"/>
                  </a:lnTo>
                  <a:lnTo>
                    <a:pt x="7095490" y="3356483"/>
                  </a:lnTo>
                  <a:cubicBezTo>
                    <a:pt x="7095490" y="3669792"/>
                    <a:pt x="6840093" y="3923538"/>
                    <a:pt x="6525260" y="3923538"/>
                  </a:cubicBezTo>
                  <a:lnTo>
                    <a:pt x="6525260" y="3898138"/>
                  </a:lnTo>
                  <a:lnTo>
                    <a:pt x="6525260" y="3923538"/>
                  </a:lnTo>
                  <a:lnTo>
                    <a:pt x="570230" y="3923538"/>
                  </a:lnTo>
                  <a:lnTo>
                    <a:pt x="570230" y="3898138"/>
                  </a:lnTo>
                  <a:lnTo>
                    <a:pt x="570230" y="3923538"/>
                  </a:lnTo>
                  <a:cubicBezTo>
                    <a:pt x="255397" y="3923538"/>
                    <a:pt x="0" y="3669792"/>
                    <a:pt x="0" y="3356483"/>
                  </a:cubicBezTo>
                  <a:lnTo>
                    <a:pt x="0" y="567055"/>
                  </a:lnTo>
                  <a:lnTo>
                    <a:pt x="25400" y="567055"/>
                  </a:lnTo>
                  <a:lnTo>
                    <a:pt x="0" y="567055"/>
                  </a:lnTo>
                  <a:moveTo>
                    <a:pt x="50800" y="567055"/>
                  </a:moveTo>
                  <a:lnTo>
                    <a:pt x="50800" y="3356483"/>
                  </a:lnTo>
                  <a:lnTo>
                    <a:pt x="25400" y="3356483"/>
                  </a:lnTo>
                  <a:lnTo>
                    <a:pt x="50800" y="3356483"/>
                  </a:lnTo>
                  <a:cubicBezTo>
                    <a:pt x="50800" y="3641471"/>
                    <a:pt x="283210" y="3872738"/>
                    <a:pt x="570230" y="3872738"/>
                  </a:cubicBezTo>
                  <a:lnTo>
                    <a:pt x="6525260" y="3872738"/>
                  </a:lnTo>
                  <a:cubicBezTo>
                    <a:pt x="6812280" y="3872738"/>
                    <a:pt x="7044690" y="3641471"/>
                    <a:pt x="7044690" y="3356483"/>
                  </a:cubicBezTo>
                  <a:lnTo>
                    <a:pt x="7044690" y="567055"/>
                  </a:lnTo>
                  <a:cubicBezTo>
                    <a:pt x="7044690" y="282067"/>
                    <a:pt x="6812280" y="50800"/>
                    <a:pt x="6525260" y="50800"/>
                  </a:cubicBezTo>
                  <a:lnTo>
                    <a:pt x="570230" y="50800"/>
                  </a:lnTo>
                  <a:lnTo>
                    <a:pt x="570230" y="25400"/>
                  </a:lnTo>
                  <a:lnTo>
                    <a:pt x="570230" y="50800"/>
                  </a:lnTo>
                  <a:cubicBezTo>
                    <a:pt x="283210" y="50800"/>
                    <a:pt x="50800" y="282067"/>
                    <a:pt x="50800" y="56705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540252" y="4445496"/>
            <a:ext cx="5207348" cy="812452"/>
            <a:chOff x="0" y="0"/>
            <a:chExt cx="6943130" cy="10832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43090" cy="1083310"/>
            </a:xfrm>
            <a:custGeom>
              <a:avLst/>
              <a:gdLst/>
              <a:ahLst/>
              <a:cxnLst/>
              <a:rect r="r" b="b" t="t" l="l"/>
              <a:pathLst>
                <a:path h="1083310" w="6943090">
                  <a:moveTo>
                    <a:pt x="0" y="480695"/>
                  </a:moveTo>
                  <a:cubicBezTo>
                    <a:pt x="0" y="215265"/>
                    <a:pt x="215265" y="0"/>
                    <a:pt x="480695" y="0"/>
                  </a:cubicBezTo>
                  <a:lnTo>
                    <a:pt x="6462395" y="0"/>
                  </a:lnTo>
                  <a:cubicBezTo>
                    <a:pt x="6727825" y="0"/>
                    <a:pt x="6943090" y="215265"/>
                    <a:pt x="6943090" y="480695"/>
                  </a:cubicBezTo>
                  <a:lnTo>
                    <a:pt x="6943090" y="602615"/>
                  </a:lnTo>
                  <a:cubicBezTo>
                    <a:pt x="6943090" y="868045"/>
                    <a:pt x="6727825" y="1083310"/>
                    <a:pt x="6462395" y="1083310"/>
                  </a:cubicBezTo>
                  <a:lnTo>
                    <a:pt x="480695" y="1083310"/>
                  </a:lnTo>
                  <a:cubicBezTo>
                    <a:pt x="215265" y="1083310"/>
                    <a:pt x="0" y="868045"/>
                    <a:pt x="0" y="602615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8940850" y="4643735"/>
            <a:ext cx="406152" cy="406153"/>
          </a:xfrm>
          <a:custGeom>
            <a:avLst/>
            <a:gdLst/>
            <a:ahLst/>
            <a:cxnLst/>
            <a:rect r="r" b="b" t="t" l="l"/>
            <a:pathLst>
              <a:path h="406153" w="406152">
                <a:moveTo>
                  <a:pt x="0" y="0"/>
                </a:moveTo>
                <a:lnTo>
                  <a:pt x="406152" y="0"/>
                </a:lnTo>
                <a:lnTo>
                  <a:pt x="406152" y="406152"/>
                </a:lnTo>
                <a:lnTo>
                  <a:pt x="0" y="4061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976" t="0" r="-6976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10970" y="5500093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Backend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0970" y="6060132"/>
            <a:ext cx="466591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PHP / Java for server-side processing and business logic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37367" y="4388346"/>
            <a:ext cx="5321796" cy="2942630"/>
            <a:chOff x="0" y="0"/>
            <a:chExt cx="7095728" cy="39235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25400"/>
              <a:ext cx="7044944" cy="3872738"/>
            </a:xfrm>
            <a:custGeom>
              <a:avLst/>
              <a:gdLst/>
              <a:ahLst/>
              <a:cxnLst/>
              <a:rect r="r" b="b" t="t" l="l"/>
              <a:pathLst>
                <a:path h="3872738" w="7044944">
                  <a:moveTo>
                    <a:pt x="0" y="541655"/>
                  </a:moveTo>
                  <a:cubicBezTo>
                    <a:pt x="0" y="242443"/>
                    <a:pt x="243967" y="0"/>
                    <a:pt x="544830" y="0"/>
                  </a:cubicBezTo>
                  <a:lnTo>
                    <a:pt x="6500114" y="0"/>
                  </a:lnTo>
                  <a:cubicBezTo>
                    <a:pt x="6800977" y="0"/>
                    <a:pt x="7044944" y="242443"/>
                    <a:pt x="7044944" y="541655"/>
                  </a:cubicBezTo>
                  <a:lnTo>
                    <a:pt x="7044944" y="3331083"/>
                  </a:lnTo>
                  <a:cubicBezTo>
                    <a:pt x="7044944" y="3630168"/>
                    <a:pt x="6800977" y="3872738"/>
                    <a:pt x="6500114" y="3872738"/>
                  </a:cubicBezTo>
                  <a:lnTo>
                    <a:pt x="544830" y="3872738"/>
                  </a:lnTo>
                  <a:cubicBezTo>
                    <a:pt x="243967" y="3872738"/>
                    <a:pt x="0" y="3630168"/>
                    <a:pt x="0" y="333108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95744" cy="3923538"/>
            </a:xfrm>
            <a:custGeom>
              <a:avLst/>
              <a:gdLst/>
              <a:ahLst/>
              <a:cxnLst/>
              <a:rect r="r" b="b" t="t" l="l"/>
              <a:pathLst>
                <a:path h="3923538" w="7095744">
                  <a:moveTo>
                    <a:pt x="0" y="567055"/>
                  </a:moveTo>
                  <a:cubicBezTo>
                    <a:pt x="0" y="253746"/>
                    <a:pt x="255397" y="0"/>
                    <a:pt x="570230" y="0"/>
                  </a:cubicBezTo>
                  <a:lnTo>
                    <a:pt x="6525514" y="0"/>
                  </a:lnTo>
                  <a:lnTo>
                    <a:pt x="6525514" y="25400"/>
                  </a:lnTo>
                  <a:lnTo>
                    <a:pt x="6525514" y="0"/>
                  </a:lnTo>
                  <a:cubicBezTo>
                    <a:pt x="6840347" y="0"/>
                    <a:pt x="7095744" y="253746"/>
                    <a:pt x="7095744" y="567055"/>
                  </a:cubicBezTo>
                  <a:lnTo>
                    <a:pt x="7070344" y="567055"/>
                  </a:lnTo>
                  <a:lnTo>
                    <a:pt x="7095744" y="567055"/>
                  </a:lnTo>
                  <a:lnTo>
                    <a:pt x="7095744" y="3356483"/>
                  </a:lnTo>
                  <a:lnTo>
                    <a:pt x="7070344" y="3356483"/>
                  </a:lnTo>
                  <a:lnTo>
                    <a:pt x="7095744" y="3356483"/>
                  </a:lnTo>
                  <a:cubicBezTo>
                    <a:pt x="7095744" y="3669792"/>
                    <a:pt x="6840347" y="3923538"/>
                    <a:pt x="6525514" y="3923538"/>
                  </a:cubicBezTo>
                  <a:lnTo>
                    <a:pt x="6525514" y="3898138"/>
                  </a:lnTo>
                  <a:lnTo>
                    <a:pt x="6525514" y="3923538"/>
                  </a:lnTo>
                  <a:lnTo>
                    <a:pt x="570230" y="3923538"/>
                  </a:lnTo>
                  <a:lnTo>
                    <a:pt x="570230" y="3898138"/>
                  </a:lnTo>
                  <a:lnTo>
                    <a:pt x="570230" y="3923538"/>
                  </a:lnTo>
                  <a:cubicBezTo>
                    <a:pt x="255397" y="3923538"/>
                    <a:pt x="0" y="3669792"/>
                    <a:pt x="0" y="3356483"/>
                  </a:cubicBezTo>
                  <a:lnTo>
                    <a:pt x="0" y="567055"/>
                  </a:lnTo>
                  <a:lnTo>
                    <a:pt x="25400" y="567055"/>
                  </a:lnTo>
                  <a:lnTo>
                    <a:pt x="0" y="567055"/>
                  </a:lnTo>
                  <a:moveTo>
                    <a:pt x="50800" y="567055"/>
                  </a:moveTo>
                  <a:lnTo>
                    <a:pt x="50800" y="3356483"/>
                  </a:lnTo>
                  <a:lnTo>
                    <a:pt x="25400" y="3356483"/>
                  </a:lnTo>
                  <a:lnTo>
                    <a:pt x="50800" y="3356483"/>
                  </a:lnTo>
                  <a:cubicBezTo>
                    <a:pt x="50800" y="3641471"/>
                    <a:pt x="283210" y="3872738"/>
                    <a:pt x="570230" y="3872738"/>
                  </a:cubicBezTo>
                  <a:lnTo>
                    <a:pt x="6525514" y="3872738"/>
                  </a:lnTo>
                  <a:cubicBezTo>
                    <a:pt x="6812534" y="3872738"/>
                    <a:pt x="7044944" y="3641471"/>
                    <a:pt x="7044944" y="3356483"/>
                  </a:cubicBezTo>
                  <a:lnTo>
                    <a:pt x="7044944" y="567055"/>
                  </a:lnTo>
                  <a:cubicBezTo>
                    <a:pt x="7044944" y="282067"/>
                    <a:pt x="6812534" y="50800"/>
                    <a:pt x="6525514" y="50800"/>
                  </a:cubicBezTo>
                  <a:lnTo>
                    <a:pt x="570230" y="50800"/>
                  </a:lnTo>
                  <a:lnTo>
                    <a:pt x="570230" y="25400"/>
                  </a:lnTo>
                  <a:lnTo>
                    <a:pt x="570230" y="50800"/>
                  </a:lnTo>
                  <a:cubicBezTo>
                    <a:pt x="283210" y="50800"/>
                    <a:pt x="50800" y="282067"/>
                    <a:pt x="50800" y="56705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094518" y="4445496"/>
            <a:ext cx="5207496" cy="812452"/>
            <a:chOff x="0" y="0"/>
            <a:chExt cx="6943328" cy="10832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43344" cy="1083310"/>
            </a:xfrm>
            <a:custGeom>
              <a:avLst/>
              <a:gdLst/>
              <a:ahLst/>
              <a:cxnLst/>
              <a:rect r="r" b="b" t="t" l="l"/>
              <a:pathLst>
                <a:path h="1083310" w="6943344">
                  <a:moveTo>
                    <a:pt x="0" y="480695"/>
                  </a:moveTo>
                  <a:cubicBezTo>
                    <a:pt x="0" y="215265"/>
                    <a:pt x="215265" y="0"/>
                    <a:pt x="480695" y="0"/>
                  </a:cubicBezTo>
                  <a:lnTo>
                    <a:pt x="6462649" y="0"/>
                  </a:lnTo>
                  <a:cubicBezTo>
                    <a:pt x="6728079" y="0"/>
                    <a:pt x="6943344" y="215265"/>
                    <a:pt x="6943344" y="480695"/>
                  </a:cubicBezTo>
                  <a:lnTo>
                    <a:pt x="6943344" y="602615"/>
                  </a:lnTo>
                  <a:cubicBezTo>
                    <a:pt x="6943344" y="868045"/>
                    <a:pt x="6728079" y="1083310"/>
                    <a:pt x="6462649" y="1083310"/>
                  </a:cubicBezTo>
                  <a:lnTo>
                    <a:pt x="480695" y="1083310"/>
                  </a:lnTo>
                  <a:cubicBezTo>
                    <a:pt x="215265" y="1083310"/>
                    <a:pt x="0" y="868045"/>
                    <a:pt x="0" y="602615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4495115" y="4643735"/>
            <a:ext cx="406153" cy="406153"/>
          </a:xfrm>
          <a:custGeom>
            <a:avLst/>
            <a:gdLst/>
            <a:ahLst/>
            <a:cxnLst/>
            <a:rect r="r" b="b" t="t" l="l"/>
            <a:pathLst>
              <a:path h="406153" w="406153">
                <a:moveTo>
                  <a:pt x="0" y="0"/>
                </a:moveTo>
                <a:lnTo>
                  <a:pt x="406152" y="0"/>
                </a:lnTo>
                <a:lnTo>
                  <a:pt x="406152" y="406152"/>
                </a:lnTo>
                <a:lnTo>
                  <a:pt x="0" y="4061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651" r="0" b="-4651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65236" y="5500093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Database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65236" y="6060132"/>
            <a:ext cx="466606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MySQL for secure data storage and management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303686"/>
            <a:chOff x="0" y="0"/>
            <a:chExt cx="24384000" cy="440491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404868"/>
            </a:xfrm>
            <a:custGeom>
              <a:avLst/>
              <a:gdLst/>
              <a:ahLst/>
              <a:cxnLst/>
              <a:rect r="r" b="b" t="t" l="l"/>
              <a:pathLst>
                <a:path h="440486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04868"/>
                  </a:lnTo>
                  <a:lnTo>
                    <a:pt x="0" y="4404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" r="0" b="-2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80914" y="3809256"/>
            <a:ext cx="9250859" cy="866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System Architecture &amp; Modules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0914" y="4966990"/>
            <a:ext cx="251669" cy="4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01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880914" y="5451872"/>
            <a:ext cx="8137177" cy="28575"/>
            <a:chOff x="0" y="0"/>
            <a:chExt cx="10849570" cy="381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849610" cy="38100"/>
            </a:xfrm>
            <a:custGeom>
              <a:avLst/>
              <a:gdLst/>
              <a:ahLst/>
              <a:cxnLst/>
              <a:rect r="r" b="b" t="t" l="l"/>
              <a:pathLst>
                <a:path h="38100" w="10849610">
                  <a:moveTo>
                    <a:pt x="0" y="0"/>
                  </a:moveTo>
                  <a:lnTo>
                    <a:pt x="10849610" y="0"/>
                  </a:lnTo>
                  <a:lnTo>
                    <a:pt x="1084961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" r="0" b="-1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80914" y="5615731"/>
            <a:ext cx="3312021" cy="43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Student Module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0914" y="6113860"/>
            <a:ext cx="8137177" cy="89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Register, update profiles, search internships, apply, and upload reports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69760" y="4966990"/>
            <a:ext cx="251669" cy="4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02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269760" y="5451872"/>
            <a:ext cx="8137326" cy="28575"/>
            <a:chOff x="0" y="0"/>
            <a:chExt cx="10849768" cy="381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849737" cy="38100"/>
            </a:xfrm>
            <a:custGeom>
              <a:avLst/>
              <a:gdLst/>
              <a:ahLst/>
              <a:cxnLst/>
              <a:rect r="r" b="b" t="t" l="l"/>
              <a:pathLst>
                <a:path h="38100" w="10849737">
                  <a:moveTo>
                    <a:pt x="0" y="0"/>
                  </a:moveTo>
                  <a:lnTo>
                    <a:pt x="10849737" y="0"/>
                  </a:lnTo>
                  <a:lnTo>
                    <a:pt x="1084973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" r="0" b="-1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269760" y="5615731"/>
            <a:ext cx="3312021" cy="43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Company Module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69760" y="6113860"/>
            <a:ext cx="8137326" cy="89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Create accounts, post opportunities, review applications, provide feedback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0914" y="7359402"/>
            <a:ext cx="251669" cy="4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03</a:t>
            </a: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880914" y="7819132"/>
            <a:ext cx="8137177" cy="28575"/>
            <a:chOff x="0" y="0"/>
            <a:chExt cx="10849570" cy="381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0849610" cy="38100"/>
            </a:xfrm>
            <a:custGeom>
              <a:avLst/>
              <a:gdLst/>
              <a:ahLst/>
              <a:cxnLst/>
              <a:rect r="r" b="b" t="t" l="l"/>
              <a:pathLst>
                <a:path h="38100" w="10849610">
                  <a:moveTo>
                    <a:pt x="0" y="0"/>
                  </a:moveTo>
                  <a:lnTo>
                    <a:pt x="10849610" y="0"/>
                  </a:lnTo>
                  <a:lnTo>
                    <a:pt x="1084961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" r="0" b="-17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80914" y="8008144"/>
            <a:ext cx="3312021" cy="43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Admin Module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0914" y="8506271"/>
            <a:ext cx="8137177" cy="89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Manage users, approve/reject internships, monitor status, generate reports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69760" y="7359402"/>
            <a:ext cx="251669" cy="4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04</a:t>
            </a:r>
          </a:p>
        </p:txBody>
      </p: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9269760" y="7844284"/>
            <a:ext cx="8137326" cy="28575"/>
            <a:chOff x="0" y="0"/>
            <a:chExt cx="10849768" cy="381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0849737" cy="38100"/>
            </a:xfrm>
            <a:custGeom>
              <a:avLst/>
              <a:gdLst/>
              <a:ahLst/>
              <a:cxnLst/>
              <a:rect r="r" b="b" t="t" l="l"/>
              <a:pathLst>
                <a:path h="38100" w="10849737">
                  <a:moveTo>
                    <a:pt x="0" y="0"/>
                  </a:moveTo>
                  <a:lnTo>
                    <a:pt x="10849737" y="0"/>
                  </a:lnTo>
                  <a:lnTo>
                    <a:pt x="1084973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" r="0" b="-18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269760" y="8008144"/>
            <a:ext cx="3312021" cy="43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Feedback System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69760" y="8506271"/>
            <a:ext cx="8137326" cy="48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Facilitate feedback submission and evaluation tracking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7886" y="2379315"/>
            <a:ext cx="12056417" cy="92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User Roles &amp; Functional Requirements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86" y="3956596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Admin Functions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7886" y="4624982"/>
            <a:ext cx="4966692" cy="509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Secure login access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886" y="5153025"/>
            <a:ext cx="496669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Manage student and company accounts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886" y="6114455"/>
            <a:ext cx="4966692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Approve/reject applications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886" y="6642497"/>
            <a:ext cx="4966692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View reports and feedback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7886" y="7170539"/>
            <a:ext cx="4966692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Generate system reports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4900" y="3956596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Student Functions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4900" y="4624982"/>
            <a:ext cx="4966693" cy="509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Register and login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4900" y="5153025"/>
            <a:ext cx="496669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Update profile details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84900" y="5681067"/>
            <a:ext cx="496669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View opportunities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84900" y="6209110"/>
            <a:ext cx="496669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Apply for internships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84900" y="6737151"/>
            <a:ext cx="496669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Upload documents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84900" y="7265194"/>
            <a:ext cx="496669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Track application status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21915" y="3956596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Company Functions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21915" y="4624982"/>
            <a:ext cx="5137100" cy="509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Register and login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21915" y="5153025"/>
            <a:ext cx="513710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Update organization profile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21915" y="5681067"/>
            <a:ext cx="513710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Post internships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21915" y="6209110"/>
            <a:ext cx="513710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Review applications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21915" y="6737151"/>
            <a:ext cx="513710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Accept/reject candidates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21915" y="7265194"/>
            <a:ext cx="513710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Provide evaluations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47886" y="2401937"/>
            <a:ext cx="7791450" cy="92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System Design Diagrams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3124" y="3732311"/>
            <a:ext cx="618828" cy="618828"/>
            <a:chOff x="0" y="0"/>
            <a:chExt cx="825103" cy="8251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812419" cy="812419"/>
            </a:xfrm>
            <a:custGeom>
              <a:avLst/>
              <a:gdLst/>
              <a:ahLst/>
              <a:cxnLst/>
              <a:rect r="r" b="b" t="t" l="l"/>
              <a:pathLst>
                <a:path h="812419" w="812419">
                  <a:moveTo>
                    <a:pt x="0" y="406146"/>
                  </a:moveTo>
                  <a:cubicBezTo>
                    <a:pt x="0" y="181864"/>
                    <a:pt x="181864" y="0"/>
                    <a:pt x="406146" y="0"/>
                  </a:cubicBezTo>
                  <a:cubicBezTo>
                    <a:pt x="630428" y="0"/>
                    <a:pt x="812419" y="181864"/>
                    <a:pt x="812419" y="406146"/>
                  </a:cubicBezTo>
                  <a:cubicBezTo>
                    <a:pt x="812419" y="630428"/>
                    <a:pt x="630555" y="812419"/>
                    <a:pt x="406146" y="812419"/>
                  </a:cubicBezTo>
                  <a:cubicBezTo>
                    <a:pt x="181737" y="812419"/>
                    <a:pt x="0" y="630555"/>
                    <a:pt x="0" y="406146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5119" cy="824992"/>
            </a:xfrm>
            <a:custGeom>
              <a:avLst/>
              <a:gdLst/>
              <a:ahLst/>
              <a:cxnLst/>
              <a:rect r="r" b="b" t="t" l="l"/>
              <a:pathLst>
                <a:path h="824992" w="825119">
                  <a:moveTo>
                    <a:pt x="0" y="412496"/>
                  </a:moveTo>
                  <a:cubicBezTo>
                    <a:pt x="0" y="184658"/>
                    <a:pt x="184658" y="0"/>
                    <a:pt x="412496" y="0"/>
                  </a:cubicBezTo>
                  <a:cubicBezTo>
                    <a:pt x="413639" y="0"/>
                    <a:pt x="414909" y="381"/>
                    <a:pt x="415925" y="1016"/>
                  </a:cubicBezTo>
                  <a:lnTo>
                    <a:pt x="412496" y="6350"/>
                  </a:lnTo>
                  <a:lnTo>
                    <a:pt x="412496" y="0"/>
                  </a:lnTo>
                  <a:lnTo>
                    <a:pt x="412496" y="6350"/>
                  </a:lnTo>
                  <a:lnTo>
                    <a:pt x="412496" y="0"/>
                  </a:lnTo>
                  <a:cubicBezTo>
                    <a:pt x="640334" y="0"/>
                    <a:pt x="825119" y="184658"/>
                    <a:pt x="825119" y="412496"/>
                  </a:cubicBezTo>
                  <a:cubicBezTo>
                    <a:pt x="825119" y="414909"/>
                    <a:pt x="823722" y="417068"/>
                    <a:pt x="821563" y="418211"/>
                  </a:cubicBezTo>
                  <a:lnTo>
                    <a:pt x="818769" y="412496"/>
                  </a:lnTo>
                  <a:lnTo>
                    <a:pt x="825119" y="412496"/>
                  </a:lnTo>
                  <a:cubicBezTo>
                    <a:pt x="825119" y="640334"/>
                    <a:pt x="640461" y="824992"/>
                    <a:pt x="412623" y="824992"/>
                  </a:cubicBezTo>
                  <a:lnTo>
                    <a:pt x="412623" y="818642"/>
                  </a:lnTo>
                  <a:lnTo>
                    <a:pt x="412623" y="824992"/>
                  </a:lnTo>
                  <a:cubicBezTo>
                    <a:pt x="184658" y="825119"/>
                    <a:pt x="0" y="640334"/>
                    <a:pt x="0" y="412496"/>
                  </a:cubicBezTo>
                  <a:lnTo>
                    <a:pt x="6350" y="412496"/>
                  </a:lnTo>
                  <a:lnTo>
                    <a:pt x="0" y="412496"/>
                  </a:lnTo>
                  <a:moveTo>
                    <a:pt x="12700" y="412496"/>
                  </a:moveTo>
                  <a:lnTo>
                    <a:pt x="6350" y="412496"/>
                  </a:lnTo>
                  <a:lnTo>
                    <a:pt x="12700" y="412496"/>
                  </a:lnTo>
                  <a:cubicBezTo>
                    <a:pt x="12700" y="633349"/>
                    <a:pt x="191770" y="812419"/>
                    <a:pt x="412496" y="812419"/>
                  </a:cubicBezTo>
                  <a:cubicBezTo>
                    <a:pt x="633222" y="812419"/>
                    <a:pt x="812292" y="633349"/>
                    <a:pt x="812292" y="412623"/>
                  </a:cubicBezTo>
                  <a:cubicBezTo>
                    <a:pt x="812292" y="410210"/>
                    <a:pt x="813689" y="408051"/>
                    <a:pt x="815848" y="406908"/>
                  </a:cubicBezTo>
                  <a:lnTo>
                    <a:pt x="818642" y="412623"/>
                  </a:lnTo>
                  <a:lnTo>
                    <a:pt x="812292" y="412623"/>
                  </a:lnTo>
                  <a:cubicBezTo>
                    <a:pt x="812419" y="191770"/>
                    <a:pt x="633349" y="12700"/>
                    <a:pt x="412496" y="12700"/>
                  </a:cubicBezTo>
                  <a:cubicBezTo>
                    <a:pt x="411353" y="12700"/>
                    <a:pt x="410083" y="12319"/>
                    <a:pt x="409067" y="11684"/>
                  </a:cubicBezTo>
                  <a:lnTo>
                    <a:pt x="412496" y="6350"/>
                  </a:lnTo>
                  <a:lnTo>
                    <a:pt x="412496" y="12700"/>
                  </a:lnTo>
                  <a:cubicBezTo>
                    <a:pt x="191770" y="12700"/>
                    <a:pt x="12700" y="191770"/>
                    <a:pt x="12700" y="412496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827907" y="3801516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Use Case Diagram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27907" y="4361558"/>
            <a:ext cx="714687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Illustrates interactions between actors (Admin, Student, Company) and system functionalities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08455" y="3732311"/>
            <a:ext cx="618827" cy="618828"/>
            <a:chOff x="0" y="0"/>
            <a:chExt cx="825103" cy="8251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812419" cy="812419"/>
            </a:xfrm>
            <a:custGeom>
              <a:avLst/>
              <a:gdLst/>
              <a:ahLst/>
              <a:cxnLst/>
              <a:rect r="r" b="b" t="t" l="l"/>
              <a:pathLst>
                <a:path h="812419" w="812419">
                  <a:moveTo>
                    <a:pt x="0" y="406146"/>
                  </a:moveTo>
                  <a:cubicBezTo>
                    <a:pt x="0" y="181864"/>
                    <a:pt x="181864" y="0"/>
                    <a:pt x="406146" y="0"/>
                  </a:cubicBezTo>
                  <a:cubicBezTo>
                    <a:pt x="630428" y="0"/>
                    <a:pt x="812419" y="181864"/>
                    <a:pt x="812419" y="406146"/>
                  </a:cubicBezTo>
                  <a:cubicBezTo>
                    <a:pt x="812419" y="630428"/>
                    <a:pt x="630555" y="812419"/>
                    <a:pt x="406146" y="812419"/>
                  </a:cubicBezTo>
                  <a:cubicBezTo>
                    <a:pt x="181737" y="812419"/>
                    <a:pt x="0" y="630555"/>
                    <a:pt x="0" y="406146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5119" cy="824992"/>
            </a:xfrm>
            <a:custGeom>
              <a:avLst/>
              <a:gdLst/>
              <a:ahLst/>
              <a:cxnLst/>
              <a:rect r="r" b="b" t="t" l="l"/>
              <a:pathLst>
                <a:path h="824992" w="825119">
                  <a:moveTo>
                    <a:pt x="0" y="412496"/>
                  </a:moveTo>
                  <a:cubicBezTo>
                    <a:pt x="0" y="184658"/>
                    <a:pt x="184658" y="0"/>
                    <a:pt x="412496" y="0"/>
                  </a:cubicBezTo>
                  <a:cubicBezTo>
                    <a:pt x="413639" y="0"/>
                    <a:pt x="414909" y="381"/>
                    <a:pt x="415925" y="1016"/>
                  </a:cubicBezTo>
                  <a:lnTo>
                    <a:pt x="412496" y="6350"/>
                  </a:lnTo>
                  <a:lnTo>
                    <a:pt x="412496" y="0"/>
                  </a:lnTo>
                  <a:lnTo>
                    <a:pt x="412496" y="6350"/>
                  </a:lnTo>
                  <a:lnTo>
                    <a:pt x="412496" y="0"/>
                  </a:lnTo>
                  <a:cubicBezTo>
                    <a:pt x="640334" y="0"/>
                    <a:pt x="825119" y="184658"/>
                    <a:pt x="825119" y="412496"/>
                  </a:cubicBezTo>
                  <a:cubicBezTo>
                    <a:pt x="825119" y="414909"/>
                    <a:pt x="823722" y="417068"/>
                    <a:pt x="821563" y="418211"/>
                  </a:cubicBezTo>
                  <a:lnTo>
                    <a:pt x="818769" y="412496"/>
                  </a:lnTo>
                  <a:lnTo>
                    <a:pt x="825119" y="412496"/>
                  </a:lnTo>
                  <a:cubicBezTo>
                    <a:pt x="825119" y="640334"/>
                    <a:pt x="640461" y="824992"/>
                    <a:pt x="412623" y="824992"/>
                  </a:cubicBezTo>
                  <a:lnTo>
                    <a:pt x="412623" y="818642"/>
                  </a:lnTo>
                  <a:lnTo>
                    <a:pt x="412623" y="824992"/>
                  </a:lnTo>
                  <a:cubicBezTo>
                    <a:pt x="184658" y="825119"/>
                    <a:pt x="0" y="640334"/>
                    <a:pt x="0" y="412496"/>
                  </a:cubicBezTo>
                  <a:lnTo>
                    <a:pt x="6350" y="412496"/>
                  </a:lnTo>
                  <a:lnTo>
                    <a:pt x="0" y="412496"/>
                  </a:lnTo>
                  <a:moveTo>
                    <a:pt x="12700" y="412496"/>
                  </a:moveTo>
                  <a:lnTo>
                    <a:pt x="6350" y="412496"/>
                  </a:lnTo>
                  <a:lnTo>
                    <a:pt x="12700" y="412496"/>
                  </a:lnTo>
                  <a:cubicBezTo>
                    <a:pt x="12700" y="633349"/>
                    <a:pt x="191770" y="812419"/>
                    <a:pt x="412496" y="812419"/>
                  </a:cubicBezTo>
                  <a:cubicBezTo>
                    <a:pt x="633222" y="812419"/>
                    <a:pt x="812292" y="633349"/>
                    <a:pt x="812292" y="412623"/>
                  </a:cubicBezTo>
                  <a:cubicBezTo>
                    <a:pt x="812292" y="410210"/>
                    <a:pt x="813689" y="408051"/>
                    <a:pt x="815848" y="406908"/>
                  </a:cubicBezTo>
                  <a:lnTo>
                    <a:pt x="818642" y="412623"/>
                  </a:lnTo>
                  <a:lnTo>
                    <a:pt x="812292" y="412623"/>
                  </a:lnTo>
                  <a:cubicBezTo>
                    <a:pt x="812419" y="191770"/>
                    <a:pt x="633349" y="12700"/>
                    <a:pt x="412496" y="12700"/>
                  </a:cubicBezTo>
                  <a:cubicBezTo>
                    <a:pt x="411353" y="12700"/>
                    <a:pt x="410083" y="12319"/>
                    <a:pt x="409067" y="11684"/>
                  </a:cubicBezTo>
                  <a:lnTo>
                    <a:pt x="412496" y="6350"/>
                  </a:lnTo>
                  <a:lnTo>
                    <a:pt x="412496" y="12700"/>
                  </a:lnTo>
                  <a:cubicBezTo>
                    <a:pt x="191770" y="12700"/>
                    <a:pt x="12700" y="191770"/>
                    <a:pt x="12700" y="412496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193239" y="3801516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Activity Diagrams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93239" y="4361558"/>
            <a:ext cx="714687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Maps workflow for student applications, company responses, and document uploads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3124" y="5841355"/>
            <a:ext cx="618828" cy="618828"/>
            <a:chOff x="0" y="0"/>
            <a:chExt cx="825103" cy="8251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812419" cy="812419"/>
            </a:xfrm>
            <a:custGeom>
              <a:avLst/>
              <a:gdLst/>
              <a:ahLst/>
              <a:cxnLst/>
              <a:rect r="r" b="b" t="t" l="l"/>
              <a:pathLst>
                <a:path h="812419" w="812419">
                  <a:moveTo>
                    <a:pt x="0" y="406146"/>
                  </a:moveTo>
                  <a:cubicBezTo>
                    <a:pt x="0" y="181864"/>
                    <a:pt x="181864" y="0"/>
                    <a:pt x="406146" y="0"/>
                  </a:cubicBezTo>
                  <a:cubicBezTo>
                    <a:pt x="630428" y="0"/>
                    <a:pt x="812419" y="181864"/>
                    <a:pt x="812419" y="406146"/>
                  </a:cubicBezTo>
                  <a:cubicBezTo>
                    <a:pt x="812419" y="630428"/>
                    <a:pt x="630555" y="812419"/>
                    <a:pt x="406146" y="812419"/>
                  </a:cubicBezTo>
                  <a:cubicBezTo>
                    <a:pt x="181737" y="812419"/>
                    <a:pt x="0" y="630555"/>
                    <a:pt x="0" y="406146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5119" cy="824992"/>
            </a:xfrm>
            <a:custGeom>
              <a:avLst/>
              <a:gdLst/>
              <a:ahLst/>
              <a:cxnLst/>
              <a:rect r="r" b="b" t="t" l="l"/>
              <a:pathLst>
                <a:path h="824992" w="825119">
                  <a:moveTo>
                    <a:pt x="0" y="412496"/>
                  </a:moveTo>
                  <a:cubicBezTo>
                    <a:pt x="0" y="184658"/>
                    <a:pt x="184658" y="0"/>
                    <a:pt x="412496" y="0"/>
                  </a:cubicBezTo>
                  <a:cubicBezTo>
                    <a:pt x="413639" y="0"/>
                    <a:pt x="414909" y="381"/>
                    <a:pt x="415925" y="1016"/>
                  </a:cubicBezTo>
                  <a:lnTo>
                    <a:pt x="412496" y="6350"/>
                  </a:lnTo>
                  <a:lnTo>
                    <a:pt x="412496" y="0"/>
                  </a:lnTo>
                  <a:lnTo>
                    <a:pt x="412496" y="6350"/>
                  </a:lnTo>
                  <a:lnTo>
                    <a:pt x="412496" y="0"/>
                  </a:lnTo>
                  <a:cubicBezTo>
                    <a:pt x="640334" y="0"/>
                    <a:pt x="825119" y="184658"/>
                    <a:pt x="825119" y="412496"/>
                  </a:cubicBezTo>
                  <a:cubicBezTo>
                    <a:pt x="825119" y="414909"/>
                    <a:pt x="823722" y="417068"/>
                    <a:pt x="821563" y="418211"/>
                  </a:cubicBezTo>
                  <a:lnTo>
                    <a:pt x="818769" y="412496"/>
                  </a:lnTo>
                  <a:lnTo>
                    <a:pt x="825119" y="412496"/>
                  </a:lnTo>
                  <a:cubicBezTo>
                    <a:pt x="825119" y="640334"/>
                    <a:pt x="640461" y="824992"/>
                    <a:pt x="412623" y="824992"/>
                  </a:cubicBezTo>
                  <a:lnTo>
                    <a:pt x="412623" y="818642"/>
                  </a:lnTo>
                  <a:lnTo>
                    <a:pt x="412623" y="824992"/>
                  </a:lnTo>
                  <a:cubicBezTo>
                    <a:pt x="184658" y="825119"/>
                    <a:pt x="0" y="640334"/>
                    <a:pt x="0" y="412496"/>
                  </a:cubicBezTo>
                  <a:lnTo>
                    <a:pt x="6350" y="412496"/>
                  </a:lnTo>
                  <a:lnTo>
                    <a:pt x="0" y="412496"/>
                  </a:lnTo>
                  <a:moveTo>
                    <a:pt x="12700" y="412496"/>
                  </a:moveTo>
                  <a:lnTo>
                    <a:pt x="6350" y="412496"/>
                  </a:lnTo>
                  <a:lnTo>
                    <a:pt x="12700" y="412496"/>
                  </a:lnTo>
                  <a:cubicBezTo>
                    <a:pt x="12700" y="633349"/>
                    <a:pt x="191770" y="812419"/>
                    <a:pt x="412496" y="812419"/>
                  </a:cubicBezTo>
                  <a:cubicBezTo>
                    <a:pt x="633222" y="812419"/>
                    <a:pt x="812292" y="633349"/>
                    <a:pt x="812292" y="412623"/>
                  </a:cubicBezTo>
                  <a:cubicBezTo>
                    <a:pt x="812292" y="410210"/>
                    <a:pt x="813689" y="408051"/>
                    <a:pt x="815848" y="406908"/>
                  </a:cubicBezTo>
                  <a:lnTo>
                    <a:pt x="818642" y="412623"/>
                  </a:lnTo>
                  <a:lnTo>
                    <a:pt x="812292" y="412623"/>
                  </a:lnTo>
                  <a:cubicBezTo>
                    <a:pt x="812419" y="191770"/>
                    <a:pt x="633349" y="12700"/>
                    <a:pt x="412496" y="12700"/>
                  </a:cubicBezTo>
                  <a:cubicBezTo>
                    <a:pt x="411353" y="12700"/>
                    <a:pt x="410083" y="12319"/>
                    <a:pt x="409067" y="11684"/>
                  </a:cubicBezTo>
                  <a:lnTo>
                    <a:pt x="412496" y="6350"/>
                  </a:lnTo>
                  <a:lnTo>
                    <a:pt x="412496" y="12700"/>
                  </a:lnTo>
                  <a:cubicBezTo>
                    <a:pt x="191770" y="12700"/>
                    <a:pt x="12700" y="191770"/>
                    <a:pt x="12700" y="412496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827907" y="5910560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Sequence Diagrams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7907" y="6470600"/>
            <a:ext cx="714687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Shows time-ordered interactions for internship management and company response processes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08455" y="5841355"/>
            <a:ext cx="618827" cy="618828"/>
            <a:chOff x="0" y="0"/>
            <a:chExt cx="825103" cy="8251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6350"/>
              <a:ext cx="812419" cy="812419"/>
            </a:xfrm>
            <a:custGeom>
              <a:avLst/>
              <a:gdLst/>
              <a:ahLst/>
              <a:cxnLst/>
              <a:rect r="r" b="b" t="t" l="l"/>
              <a:pathLst>
                <a:path h="812419" w="812419">
                  <a:moveTo>
                    <a:pt x="0" y="406146"/>
                  </a:moveTo>
                  <a:cubicBezTo>
                    <a:pt x="0" y="181864"/>
                    <a:pt x="181864" y="0"/>
                    <a:pt x="406146" y="0"/>
                  </a:cubicBezTo>
                  <a:cubicBezTo>
                    <a:pt x="630428" y="0"/>
                    <a:pt x="812419" y="181864"/>
                    <a:pt x="812419" y="406146"/>
                  </a:cubicBezTo>
                  <a:cubicBezTo>
                    <a:pt x="812419" y="630428"/>
                    <a:pt x="630555" y="812419"/>
                    <a:pt x="406146" y="812419"/>
                  </a:cubicBezTo>
                  <a:cubicBezTo>
                    <a:pt x="181737" y="812419"/>
                    <a:pt x="0" y="630555"/>
                    <a:pt x="0" y="406146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5119" cy="824992"/>
            </a:xfrm>
            <a:custGeom>
              <a:avLst/>
              <a:gdLst/>
              <a:ahLst/>
              <a:cxnLst/>
              <a:rect r="r" b="b" t="t" l="l"/>
              <a:pathLst>
                <a:path h="824992" w="825119">
                  <a:moveTo>
                    <a:pt x="0" y="412496"/>
                  </a:moveTo>
                  <a:cubicBezTo>
                    <a:pt x="0" y="184658"/>
                    <a:pt x="184658" y="0"/>
                    <a:pt x="412496" y="0"/>
                  </a:cubicBezTo>
                  <a:cubicBezTo>
                    <a:pt x="413639" y="0"/>
                    <a:pt x="414909" y="381"/>
                    <a:pt x="415925" y="1016"/>
                  </a:cubicBezTo>
                  <a:lnTo>
                    <a:pt x="412496" y="6350"/>
                  </a:lnTo>
                  <a:lnTo>
                    <a:pt x="412496" y="0"/>
                  </a:lnTo>
                  <a:lnTo>
                    <a:pt x="412496" y="6350"/>
                  </a:lnTo>
                  <a:lnTo>
                    <a:pt x="412496" y="0"/>
                  </a:lnTo>
                  <a:cubicBezTo>
                    <a:pt x="640334" y="0"/>
                    <a:pt x="825119" y="184658"/>
                    <a:pt x="825119" y="412496"/>
                  </a:cubicBezTo>
                  <a:cubicBezTo>
                    <a:pt x="825119" y="414909"/>
                    <a:pt x="823722" y="417068"/>
                    <a:pt x="821563" y="418211"/>
                  </a:cubicBezTo>
                  <a:lnTo>
                    <a:pt x="818769" y="412496"/>
                  </a:lnTo>
                  <a:lnTo>
                    <a:pt x="825119" y="412496"/>
                  </a:lnTo>
                  <a:cubicBezTo>
                    <a:pt x="825119" y="640334"/>
                    <a:pt x="640461" y="824992"/>
                    <a:pt x="412623" y="824992"/>
                  </a:cubicBezTo>
                  <a:lnTo>
                    <a:pt x="412623" y="818642"/>
                  </a:lnTo>
                  <a:lnTo>
                    <a:pt x="412623" y="824992"/>
                  </a:lnTo>
                  <a:cubicBezTo>
                    <a:pt x="184658" y="825119"/>
                    <a:pt x="0" y="640334"/>
                    <a:pt x="0" y="412496"/>
                  </a:cubicBezTo>
                  <a:lnTo>
                    <a:pt x="6350" y="412496"/>
                  </a:lnTo>
                  <a:lnTo>
                    <a:pt x="0" y="412496"/>
                  </a:lnTo>
                  <a:moveTo>
                    <a:pt x="12700" y="412496"/>
                  </a:moveTo>
                  <a:lnTo>
                    <a:pt x="6350" y="412496"/>
                  </a:lnTo>
                  <a:lnTo>
                    <a:pt x="12700" y="412496"/>
                  </a:lnTo>
                  <a:cubicBezTo>
                    <a:pt x="12700" y="633349"/>
                    <a:pt x="191770" y="812419"/>
                    <a:pt x="412496" y="812419"/>
                  </a:cubicBezTo>
                  <a:cubicBezTo>
                    <a:pt x="633222" y="812419"/>
                    <a:pt x="812292" y="633349"/>
                    <a:pt x="812292" y="412623"/>
                  </a:cubicBezTo>
                  <a:cubicBezTo>
                    <a:pt x="812292" y="410210"/>
                    <a:pt x="813689" y="408051"/>
                    <a:pt x="815848" y="406908"/>
                  </a:cubicBezTo>
                  <a:lnTo>
                    <a:pt x="818642" y="412623"/>
                  </a:lnTo>
                  <a:lnTo>
                    <a:pt x="812292" y="412623"/>
                  </a:lnTo>
                  <a:cubicBezTo>
                    <a:pt x="812419" y="191770"/>
                    <a:pt x="633349" y="12700"/>
                    <a:pt x="412496" y="12700"/>
                  </a:cubicBezTo>
                  <a:cubicBezTo>
                    <a:pt x="411353" y="12700"/>
                    <a:pt x="410083" y="12319"/>
                    <a:pt x="409067" y="11684"/>
                  </a:cubicBezTo>
                  <a:lnTo>
                    <a:pt x="412496" y="6350"/>
                  </a:lnTo>
                  <a:lnTo>
                    <a:pt x="412496" y="12700"/>
                  </a:lnTo>
                  <a:cubicBezTo>
                    <a:pt x="191770" y="12700"/>
                    <a:pt x="12700" y="191770"/>
                    <a:pt x="12700" y="412496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0193239" y="5910560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Class Diagram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93239" y="6470600"/>
            <a:ext cx="7146875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Defines system structure with classes for Admin, Student, Company, Internship, and Application entities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7886" y="1994744"/>
            <a:ext cx="7126932" cy="92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Database Structure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3124" y="3460551"/>
            <a:ext cx="16401752" cy="4060329"/>
            <a:chOff x="0" y="0"/>
            <a:chExt cx="21869003" cy="54137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21856319" cy="5401056"/>
            </a:xfrm>
            <a:custGeom>
              <a:avLst/>
              <a:gdLst/>
              <a:ahLst/>
              <a:cxnLst/>
              <a:rect r="r" b="b" t="t" l="l"/>
              <a:pathLst>
                <a:path h="5401056" w="21856319">
                  <a:moveTo>
                    <a:pt x="0" y="541655"/>
                  </a:moveTo>
                  <a:cubicBezTo>
                    <a:pt x="0" y="242570"/>
                    <a:pt x="242951" y="0"/>
                    <a:pt x="542671" y="0"/>
                  </a:cubicBezTo>
                  <a:lnTo>
                    <a:pt x="21313648" y="0"/>
                  </a:lnTo>
                  <a:cubicBezTo>
                    <a:pt x="21613368" y="0"/>
                    <a:pt x="21856319" y="242570"/>
                    <a:pt x="21856319" y="541655"/>
                  </a:cubicBezTo>
                  <a:lnTo>
                    <a:pt x="21856319" y="4859401"/>
                  </a:lnTo>
                  <a:cubicBezTo>
                    <a:pt x="21856319" y="5158613"/>
                    <a:pt x="21613368" y="5401056"/>
                    <a:pt x="21313648" y="5401056"/>
                  </a:cubicBezTo>
                  <a:lnTo>
                    <a:pt x="542671" y="5401056"/>
                  </a:lnTo>
                  <a:cubicBezTo>
                    <a:pt x="242951" y="5401056"/>
                    <a:pt x="0" y="5158613"/>
                    <a:pt x="0" y="4859401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69019" cy="5413756"/>
            </a:xfrm>
            <a:custGeom>
              <a:avLst/>
              <a:gdLst/>
              <a:ahLst/>
              <a:cxnLst/>
              <a:rect r="r" b="b" t="t" l="l"/>
              <a:pathLst>
                <a:path h="5413756" w="21869019">
                  <a:moveTo>
                    <a:pt x="0" y="548005"/>
                  </a:moveTo>
                  <a:cubicBezTo>
                    <a:pt x="0" y="245364"/>
                    <a:pt x="245745" y="0"/>
                    <a:pt x="549021" y="0"/>
                  </a:cubicBezTo>
                  <a:lnTo>
                    <a:pt x="21319998" y="0"/>
                  </a:lnTo>
                  <a:lnTo>
                    <a:pt x="21319998" y="6350"/>
                  </a:lnTo>
                  <a:lnTo>
                    <a:pt x="21319998" y="0"/>
                  </a:lnTo>
                  <a:cubicBezTo>
                    <a:pt x="21623147" y="0"/>
                    <a:pt x="21869019" y="245364"/>
                    <a:pt x="21869019" y="548005"/>
                  </a:cubicBezTo>
                  <a:lnTo>
                    <a:pt x="21862669" y="548005"/>
                  </a:lnTo>
                  <a:lnTo>
                    <a:pt x="21869019" y="548005"/>
                  </a:lnTo>
                  <a:lnTo>
                    <a:pt x="21869019" y="4865751"/>
                  </a:lnTo>
                  <a:lnTo>
                    <a:pt x="21862669" y="4865751"/>
                  </a:lnTo>
                  <a:lnTo>
                    <a:pt x="21869019" y="4865751"/>
                  </a:lnTo>
                  <a:cubicBezTo>
                    <a:pt x="21869019" y="5168392"/>
                    <a:pt x="21623274" y="5413756"/>
                    <a:pt x="21319998" y="5413756"/>
                  </a:cubicBezTo>
                  <a:lnTo>
                    <a:pt x="21319998" y="5407406"/>
                  </a:lnTo>
                  <a:lnTo>
                    <a:pt x="21319998" y="5413756"/>
                  </a:lnTo>
                  <a:lnTo>
                    <a:pt x="549021" y="5413756"/>
                  </a:lnTo>
                  <a:lnTo>
                    <a:pt x="549021" y="5407406"/>
                  </a:lnTo>
                  <a:lnTo>
                    <a:pt x="549021" y="5413756"/>
                  </a:lnTo>
                  <a:cubicBezTo>
                    <a:pt x="245745" y="5413756"/>
                    <a:pt x="0" y="5168392"/>
                    <a:pt x="0" y="4865751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4865751"/>
                  </a:lnTo>
                  <a:lnTo>
                    <a:pt x="6350" y="4865751"/>
                  </a:lnTo>
                  <a:lnTo>
                    <a:pt x="12700" y="4865751"/>
                  </a:lnTo>
                  <a:cubicBezTo>
                    <a:pt x="12700" y="5161407"/>
                    <a:pt x="252730" y="5401056"/>
                    <a:pt x="549021" y="5401056"/>
                  </a:cubicBezTo>
                  <a:lnTo>
                    <a:pt x="21319998" y="5401056"/>
                  </a:lnTo>
                  <a:cubicBezTo>
                    <a:pt x="21616161" y="5401056"/>
                    <a:pt x="21856319" y="5161407"/>
                    <a:pt x="21856319" y="4865751"/>
                  </a:cubicBezTo>
                  <a:lnTo>
                    <a:pt x="21856319" y="548005"/>
                  </a:lnTo>
                  <a:cubicBezTo>
                    <a:pt x="21856319" y="252349"/>
                    <a:pt x="21616288" y="12700"/>
                    <a:pt x="21319998" y="12700"/>
                  </a:cubicBezTo>
                  <a:lnTo>
                    <a:pt x="549021" y="12700"/>
                  </a:lnTo>
                  <a:lnTo>
                    <a:pt x="549021" y="6350"/>
                  </a:lnTo>
                  <a:lnTo>
                    <a:pt x="549021" y="12700"/>
                  </a:lnTo>
                  <a:cubicBezTo>
                    <a:pt x="252730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7411" y="3474839"/>
            <a:ext cx="8186589" cy="2015878"/>
            <a:chOff x="0" y="0"/>
            <a:chExt cx="10915452" cy="26878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15397" cy="2687828"/>
            </a:xfrm>
            <a:custGeom>
              <a:avLst/>
              <a:gdLst/>
              <a:ahLst/>
              <a:cxnLst/>
              <a:rect r="r" b="b" t="t" l="l"/>
              <a:pathLst>
                <a:path h="2687828" w="10915397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lnTo>
                    <a:pt x="10373741" y="0"/>
                  </a:lnTo>
                  <a:cubicBezTo>
                    <a:pt x="10672826" y="0"/>
                    <a:pt x="10915397" y="242443"/>
                    <a:pt x="10915397" y="541655"/>
                  </a:cubicBezTo>
                  <a:lnTo>
                    <a:pt x="10915397" y="2146173"/>
                  </a:lnTo>
                  <a:cubicBezTo>
                    <a:pt x="10915397" y="2445258"/>
                    <a:pt x="10672953" y="2687828"/>
                    <a:pt x="10373741" y="2687828"/>
                  </a:cubicBezTo>
                  <a:lnTo>
                    <a:pt x="541655" y="2687828"/>
                  </a:lnTo>
                  <a:cubicBezTo>
                    <a:pt x="242443" y="2687828"/>
                    <a:pt x="0" y="2445385"/>
                    <a:pt x="0" y="2146173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28130" y="3716982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Core Tables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8130" y="4277022"/>
            <a:ext cx="7645153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Admin, student_info, employer_info with authentication and profile data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3474839"/>
            <a:ext cx="8186589" cy="2015878"/>
            <a:chOff x="0" y="0"/>
            <a:chExt cx="10915452" cy="26878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15396" cy="2687828"/>
            </a:xfrm>
            <a:custGeom>
              <a:avLst/>
              <a:gdLst/>
              <a:ahLst/>
              <a:cxnLst/>
              <a:rect r="r" b="b" t="t" l="l"/>
              <a:pathLst>
                <a:path h="2687828" w="10915396">
                  <a:moveTo>
                    <a:pt x="0" y="0"/>
                  </a:moveTo>
                  <a:lnTo>
                    <a:pt x="10915396" y="0"/>
                  </a:lnTo>
                  <a:lnTo>
                    <a:pt x="10915396" y="2687828"/>
                  </a:lnTo>
                  <a:lnTo>
                    <a:pt x="0" y="2687828"/>
                  </a:ln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0" y="3474839"/>
            <a:ext cx="38100" cy="2015878"/>
            <a:chOff x="0" y="0"/>
            <a:chExt cx="50800" cy="26878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" cy="2687828"/>
            </a:xfrm>
            <a:custGeom>
              <a:avLst/>
              <a:gdLst/>
              <a:ahLst/>
              <a:cxnLst/>
              <a:rect r="r" b="b" t="t" l="l"/>
              <a:pathLst>
                <a:path h="268782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662428"/>
                  </a:lnTo>
                  <a:cubicBezTo>
                    <a:pt x="50800" y="2676398"/>
                    <a:pt x="39370" y="2687828"/>
                    <a:pt x="25400" y="2687828"/>
                  </a:cubicBezTo>
                  <a:cubicBezTo>
                    <a:pt x="11430" y="2687828"/>
                    <a:pt x="0" y="2676398"/>
                    <a:pt x="0" y="2662428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414719" y="3716982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Internship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14719" y="4277022"/>
            <a:ext cx="7645153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internship_details with categories, skills, locations, openings, duration, stipend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7411" y="5490716"/>
            <a:ext cx="8186589" cy="2015878"/>
            <a:chOff x="0" y="0"/>
            <a:chExt cx="10915452" cy="26878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15396" cy="2687828"/>
            </a:xfrm>
            <a:custGeom>
              <a:avLst/>
              <a:gdLst/>
              <a:ahLst/>
              <a:cxnLst/>
              <a:rect r="r" b="b" t="t" l="l"/>
              <a:pathLst>
                <a:path h="2687828" w="10915396">
                  <a:moveTo>
                    <a:pt x="0" y="0"/>
                  </a:moveTo>
                  <a:lnTo>
                    <a:pt x="10915396" y="0"/>
                  </a:lnTo>
                  <a:lnTo>
                    <a:pt x="10915396" y="2687828"/>
                  </a:lnTo>
                  <a:lnTo>
                    <a:pt x="0" y="2687828"/>
                  </a:ln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57411" y="5490716"/>
            <a:ext cx="8186589" cy="38100"/>
            <a:chOff x="0" y="0"/>
            <a:chExt cx="10915452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15396" cy="50800"/>
            </a:xfrm>
            <a:custGeom>
              <a:avLst/>
              <a:gdLst/>
              <a:ahLst/>
              <a:cxnLst/>
              <a:rect r="r" b="b" t="t" l="l"/>
              <a:pathLst>
                <a:path h="50800" w="10915396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89996" y="0"/>
                  </a:lnTo>
                  <a:cubicBezTo>
                    <a:pt x="10903965" y="0"/>
                    <a:pt x="10915396" y="11430"/>
                    <a:pt x="10915396" y="25400"/>
                  </a:cubicBezTo>
                  <a:cubicBezTo>
                    <a:pt x="10915396" y="39370"/>
                    <a:pt x="10903965" y="50800"/>
                    <a:pt x="1088999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28130" y="5732860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Application Flow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8130" y="6292900"/>
            <a:ext cx="7645153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applications table tracking status, bookmarks for saved opportunities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0" y="5490716"/>
            <a:ext cx="8186589" cy="2015878"/>
            <a:chOff x="0" y="0"/>
            <a:chExt cx="10915452" cy="26878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15396" cy="2687828"/>
            </a:xfrm>
            <a:custGeom>
              <a:avLst/>
              <a:gdLst/>
              <a:ahLst/>
              <a:cxnLst/>
              <a:rect r="r" b="b" t="t" l="l"/>
              <a:pathLst>
                <a:path h="2687828" w="10915396">
                  <a:moveTo>
                    <a:pt x="0" y="0"/>
                  </a:moveTo>
                  <a:lnTo>
                    <a:pt x="10915396" y="0"/>
                  </a:lnTo>
                  <a:lnTo>
                    <a:pt x="10915396" y="2687828"/>
                  </a:lnTo>
                  <a:lnTo>
                    <a:pt x="0" y="2687828"/>
                  </a:ln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0" y="5490716"/>
            <a:ext cx="38100" cy="2015878"/>
            <a:chOff x="0" y="0"/>
            <a:chExt cx="50800" cy="26878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2687828"/>
            </a:xfrm>
            <a:custGeom>
              <a:avLst/>
              <a:gdLst/>
              <a:ahLst/>
              <a:cxnLst/>
              <a:rect r="r" b="b" t="t" l="l"/>
              <a:pathLst>
                <a:path h="268782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662428"/>
                  </a:lnTo>
                  <a:cubicBezTo>
                    <a:pt x="50800" y="2676398"/>
                    <a:pt x="39370" y="2687828"/>
                    <a:pt x="25400" y="2687828"/>
                  </a:cubicBezTo>
                  <a:cubicBezTo>
                    <a:pt x="11430" y="2687828"/>
                    <a:pt x="0" y="2676398"/>
                    <a:pt x="0" y="2662428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0" y="5490716"/>
            <a:ext cx="8186589" cy="38100"/>
            <a:chOff x="0" y="0"/>
            <a:chExt cx="10915452" cy="5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15396" cy="50800"/>
            </a:xfrm>
            <a:custGeom>
              <a:avLst/>
              <a:gdLst/>
              <a:ahLst/>
              <a:cxnLst/>
              <a:rect r="r" b="b" t="t" l="l"/>
              <a:pathLst>
                <a:path h="50800" w="10915396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89996" y="0"/>
                  </a:lnTo>
                  <a:cubicBezTo>
                    <a:pt x="10903965" y="0"/>
                    <a:pt x="10915396" y="11430"/>
                    <a:pt x="10915396" y="25400"/>
                  </a:cubicBezTo>
                  <a:cubicBezTo>
                    <a:pt x="10915396" y="39370"/>
                    <a:pt x="10903965" y="50800"/>
                    <a:pt x="1088999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414719" y="5732860"/>
            <a:ext cx="356339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Feedback System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14719" y="6292900"/>
            <a:ext cx="7645153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feedback table storing student evaluations and comments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7886" y="7744569"/>
            <a:ext cx="16392228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All tables include is_deleted flag for soft deletion and maintain referential integrity through foreign keys.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0" y="0"/>
            <a:ext cx="18288000" cy="10289232"/>
            <a:chOff x="0" y="0"/>
            <a:chExt cx="24384000" cy="1371897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384000" cy="13718921"/>
            </a:xfrm>
            <a:custGeom>
              <a:avLst/>
              <a:gdLst/>
              <a:ahLst/>
              <a:cxnLst/>
              <a:rect r="r" b="b" t="t" l="l"/>
              <a:pathLst>
                <a:path h="137189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8921"/>
                  </a:lnTo>
                  <a:lnTo>
                    <a:pt x="0" y="13718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" t="0" r="-1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288000" cy="10289232"/>
            <a:chOff x="0" y="0"/>
            <a:chExt cx="24384000" cy="137189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3718921"/>
            </a:xfrm>
            <a:custGeom>
              <a:avLst/>
              <a:gdLst/>
              <a:ahLst/>
              <a:cxnLst/>
              <a:rect r="r" b="b" t="t" l="l"/>
              <a:pathLst>
                <a:path h="137189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8921"/>
                  </a:lnTo>
                  <a:lnTo>
                    <a:pt x="0" y="13718921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38212" y="708571"/>
            <a:ext cx="8727876" cy="91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0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Testing &amp; Quality Assurance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8212" y="2423220"/>
            <a:ext cx="8071694" cy="2864198"/>
            <a:chOff x="0" y="0"/>
            <a:chExt cx="10762258" cy="38189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62234" cy="3818890"/>
            </a:xfrm>
            <a:custGeom>
              <a:avLst/>
              <a:gdLst/>
              <a:ahLst/>
              <a:cxnLst/>
              <a:rect r="r" b="b" t="t" l="l"/>
              <a:pathLst>
                <a:path h="3818890" w="10762234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18394" y="0"/>
                  </a:lnTo>
                  <a:cubicBezTo>
                    <a:pt x="10653013" y="0"/>
                    <a:pt x="10762234" y="109220"/>
                    <a:pt x="10762234" y="243840"/>
                  </a:cubicBezTo>
                  <a:lnTo>
                    <a:pt x="10762234" y="3575050"/>
                  </a:lnTo>
                  <a:cubicBezTo>
                    <a:pt x="10762234" y="3709670"/>
                    <a:pt x="10653013" y="3818890"/>
                    <a:pt x="10518394" y="3818890"/>
                  </a:cubicBezTo>
                  <a:lnTo>
                    <a:pt x="243840" y="3818890"/>
                  </a:lnTo>
                  <a:cubicBezTo>
                    <a:pt x="109220" y="3818890"/>
                    <a:pt x="0" y="3709797"/>
                    <a:pt x="0" y="357505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38212" y="2385120"/>
            <a:ext cx="8071694" cy="152400"/>
            <a:chOff x="0" y="0"/>
            <a:chExt cx="10762258" cy="2032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762234" cy="203200"/>
            </a:xfrm>
            <a:custGeom>
              <a:avLst/>
              <a:gdLst/>
              <a:ahLst/>
              <a:cxnLst/>
              <a:rect r="r" b="b" t="t" l="l"/>
              <a:pathLst>
                <a:path h="203200" w="10762234">
                  <a:moveTo>
                    <a:pt x="0" y="0"/>
                  </a:moveTo>
                  <a:lnTo>
                    <a:pt x="10762234" y="0"/>
                  </a:lnTo>
                  <a:lnTo>
                    <a:pt x="10762234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4" r="0" b="-24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4571851" y="2021086"/>
            <a:ext cx="804267" cy="804267"/>
            <a:chOff x="0" y="0"/>
            <a:chExt cx="1072357" cy="1072357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72388" cy="1072388"/>
            </a:xfrm>
            <a:custGeom>
              <a:avLst/>
              <a:gdLst/>
              <a:ahLst/>
              <a:cxnLst/>
              <a:rect r="r" b="b" t="t" l="l"/>
              <a:pathLst>
                <a:path h="1072388" w="1072388">
                  <a:moveTo>
                    <a:pt x="0" y="0"/>
                  </a:moveTo>
                  <a:lnTo>
                    <a:pt x="1072388" y="0"/>
                  </a:lnTo>
                  <a:lnTo>
                    <a:pt x="1072388" y="1072388"/>
                  </a:lnTo>
                  <a:lnTo>
                    <a:pt x="0" y="1072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813101" y="2126902"/>
            <a:ext cx="321617" cy="49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499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4352" y="3074342"/>
            <a:ext cx="3527524" cy="45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Login Functionality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4352" y="3609231"/>
            <a:ext cx="7459415" cy="137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Validated role-based authentication, error handling, and dashboard redirection. All test cases passed successfully.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77945" y="2423220"/>
            <a:ext cx="8071842" cy="2864198"/>
            <a:chOff x="0" y="0"/>
            <a:chExt cx="10762457" cy="38189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62488" cy="3818890"/>
            </a:xfrm>
            <a:custGeom>
              <a:avLst/>
              <a:gdLst/>
              <a:ahLst/>
              <a:cxnLst/>
              <a:rect r="r" b="b" t="t" l="l"/>
              <a:pathLst>
                <a:path h="3818890" w="1076248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18648" y="0"/>
                  </a:lnTo>
                  <a:cubicBezTo>
                    <a:pt x="10653268" y="0"/>
                    <a:pt x="10762488" y="109220"/>
                    <a:pt x="10762488" y="243840"/>
                  </a:cubicBezTo>
                  <a:lnTo>
                    <a:pt x="10762488" y="3575050"/>
                  </a:lnTo>
                  <a:cubicBezTo>
                    <a:pt x="10762488" y="3709670"/>
                    <a:pt x="10653268" y="3818890"/>
                    <a:pt x="10518648" y="3818890"/>
                  </a:cubicBezTo>
                  <a:lnTo>
                    <a:pt x="243840" y="3818890"/>
                  </a:lnTo>
                  <a:cubicBezTo>
                    <a:pt x="109220" y="3818890"/>
                    <a:pt x="0" y="3709797"/>
                    <a:pt x="0" y="357505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9277945" y="2385120"/>
            <a:ext cx="8071842" cy="152400"/>
            <a:chOff x="0" y="0"/>
            <a:chExt cx="10762457" cy="2032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762488" cy="203200"/>
            </a:xfrm>
            <a:custGeom>
              <a:avLst/>
              <a:gdLst/>
              <a:ahLst/>
              <a:cxnLst/>
              <a:rect r="r" b="b" t="t" l="l"/>
              <a:pathLst>
                <a:path h="203200" w="10762488">
                  <a:moveTo>
                    <a:pt x="0" y="0"/>
                  </a:moveTo>
                  <a:lnTo>
                    <a:pt x="10762488" y="0"/>
                  </a:lnTo>
                  <a:lnTo>
                    <a:pt x="10762488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5" r="0" b="-25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2911732" y="2021086"/>
            <a:ext cx="804268" cy="804267"/>
            <a:chOff x="0" y="0"/>
            <a:chExt cx="1072357" cy="1072357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072388" cy="1072388"/>
            </a:xfrm>
            <a:custGeom>
              <a:avLst/>
              <a:gdLst/>
              <a:ahLst/>
              <a:cxnLst/>
              <a:rect r="r" b="b" t="t" l="l"/>
              <a:pathLst>
                <a:path h="1072388" w="1072388">
                  <a:moveTo>
                    <a:pt x="0" y="0"/>
                  </a:moveTo>
                  <a:lnTo>
                    <a:pt x="1072388" y="0"/>
                  </a:lnTo>
                  <a:lnTo>
                    <a:pt x="1072388" y="1072388"/>
                  </a:lnTo>
                  <a:lnTo>
                    <a:pt x="0" y="1072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152984" y="2126902"/>
            <a:ext cx="321618" cy="49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499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84085" y="3074342"/>
            <a:ext cx="3527524" cy="45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Registration Process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84085" y="3609231"/>
            <a:ext cx="7459564" cy="137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Tested student registration with duplicate email detection, field validation, and data submission. All validations working correctly.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8212" y="5957590"/>
            <a:ext cx="8071694" cy="2864197"/>
            <a:chOff x="0" y="0"/>
            <a:chExt cx="10762258" cy="38189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62234" cy="3818890"/>
            </a:xfrm>
            <a:custGeom>
              <a:avLst/>
              <a:gdLst/>
              <a:ahLst/>
              <a:cxnLst/>
              <a:rect r="r" b="b" t="t" l="l"/>
              <a:pathLst>
                <a:path h="3818890" w="10762234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18394" y="0"/>
                  </a:lnTo>
                  <a:cubicBezTo>
                    <a:pt x="10653013" y="0"/>
                    <a:pt x="10762234" y="109220"/>
                    <a:pt x="10762234" y="243840"/>
                  </a:cubicBezTo>
                  <a:lnTo>
                    <a:pt x="10762234" y="3575050"/>
                  </a:lnTo>
                  <a:cubicBezTo>
                    <a:pt x="10762234" y="3709670"/>
                    <a:pt x="10653013" y="3818890"/>
                    <a:pt x="10518394" y="3818890"/>
                  </a:cubicBezTo>
                  <a:lnTo>
                    <a:pt x="243840" y="3818890"/>
                  </a:lnTo>
                  <a:cubicBezTo>
                    <a:pt x="109220" y="3818890"/>
                    <a:pt x="0" y="3709797"/>
                    <a:pt x="0" y="357505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938212" y="5919490"/>
            <a:ext cx="8071694" cy="152400"/>
            <a:chOff x="0" y="0"/>
            <a:chExt cx="10762258" cy="2032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0762234" cy="203200"/>
            </a:xfrm>
            <a:custGeom>
              <a:avLst/>
              <a:gdLst/>
              <a:ahLst/>
              <a:cxnLst/>
              <a:rect r="r" b="b" t="t" l="l"/>
              <a:pathLst>
                <a:path h="203200" w="10762234">
                  <a:moveTo>
                    <a:pt x="0" y="0"/>
                  </a:moveTo>
                  <a:lnTo>
                    <a:pt x="10762234" y="0"/>
                  </a:lnTo>
                  <a:lnTo>
                    <a:pt x="10762234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4" r="0" b="-24"/>
              </a:stretch>
            </a:blip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4571851" y="5555456"/>
            <a:ext cx="804267" cy="804267"/>
            <a:chOff x="0" y="0"/>
            <a:chExt cx="1072357" cy="1072357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072388" cy="1072388"/>
            </a:xfrm>
            <a:custGeom>
              <a:avLst/>
              <a:gdLst/>
              <a:ahLst/>
              <a:cxnLst/>
              <a:rect r="r" b="b" t="t" l="l"/>
              <a:pathLst>
                <a:path h="1072388" w="1072388">
                  <a:moveTo>
                    <a:pt x="0" y="0"/>
                  </a:moveTo>
                  <a:lnTo>
                    <a:pt x="1072388" y="0"/>
                  </a:lnTo>
                  <a:lnTo>
                    <a:pt x="1072388" y="1072388"/>
                  </a:lnTo>
                  <a:lnTo>
                    <a:pt x="0" y="1072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4813101" y="5661272"/>
            <a:ext cx="321617" cy="49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499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4352" y="6608712"/>
            <a:ext cx="3527524" cy="45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Internship Posting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4352" y="7143601"/>
            <a:ext cx="7459415" cy="94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Verified employer ability to post, update, and delete internships with proper database operations.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77945" y="5957590"/>
            <a:ext cx="8071842" cy="2864197"/>
            <a:chOff x="0" y="0"/>
            <a:chExt cx="10762457" cy="38189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62488" cy="3818890"/>
            </a:xfrm>
            <a:custGeom>
              <a:avLst/>
              <a:gdLst/>
              <a:ahLst/>
              <a:cxnLst/>
              <a:rect r="r" b="b" t="t" l="l"/>
              <a:pathLst>
                <a:path h="3818890" w="1076248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18648" y="0"/>
                  </a:lnTo>
                  <a:cubicBezTo>
                    <a:pt x="10653268" y="0"/>
                    <a:pt x="10762488" y="109220"/>
                    <a:pt x="10762488" y="243840"/>
                  </a:cubicBezTo>
                  <a:lnTo>
                    <a:pt x="10762488" y="3575050"/>
                  </a:lnTo>
                  <a:cubicBezTo>
                    <a:pt x="10762488" y="3709670"/>
                    <a:pt x="10653268" y="3818890"/>
                    <a:pt x="10518648" y="3818890"/>
                  </a:cubicBezTo>
                  <a:lnTo>
                    <a:pt x="243840" y="3818890"/>
                  </a:lnTo>
                  <a:cubicBezTo>
                    <a:pt x="109220" y="3818890"/>
                    <a:pt x="0" y="3709797"/>
                    <a:pt x="0" y="357505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9277945" y="5919490"/>
            <a:ext cx="8071842" cy="152400"/>
            <a:chOff x="0" y="0"/>
            <a:chExt cx="10762457" cy="2032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0762488" cy="203200"/>
            </a:xfrm>
            <a:custGeom>
              <a:avLst/>
              <a:gdLst/>
              <a:ahLst/>
              <a:cxnLst/>
              <a:rect r="r" b="b" t="t" l="l"/>
              <a:pathLst>
                <a:path h="203200" w="10762488">
                  <a:moveTo>
                    <a:pt x="0" y="0"/>
                  </a:moveTo>
                  <a:lnTo>
                    <a:pt x="10762488" y="0"/>
                  </a:lnTo>
                  <a:lnTo>
                    <a:pt x="10762488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5" r="0" b="-25"/>
              </a:stretch>
            </a:blipFill>
          </p:spPr>
        </p:sp>
      </p:grpSp>
      <p:grpSp>
        <p:nvGrpSpPr>
          <p:cNvPr name="Group 44" id="44"/>
          <p:cNvGrpSpPr>
            <a:grpSpLocks noChangeAspect="true"/>
          </p:cNvGrpSpPr>
          <p:nvPr/>
        </p:nvGrpSpPr>
        <p:grpSpPr>
          <a:xfrm rot="0">
            <a:off x="12911732" y="5555456"/>
            <a:ext cx="804268" cy="804267"/>
            <a:chOff x="0" y="0"/>
            <a:chExt cx="1072357" cy="1072357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072388" cy="1072388"/>
            </a:xfrm>
            <a:custGeom>
              <a:avLst/>
              <a:gdLst/>
              <a:ahLst/>
              <a:cxnLst/>
              <a:rect r="r" b="b" t="t" l="l"/>
              <a:pathLst>
                <a:path h="1072388" w="1072388">
                  <a:moveTo>
                    <a:pt x="0" y="0"/>
                  </a:moveTo>
                  <a:lnTo>
                    <a:pt x="1072388" y="0"/>
                  </a:lnTo>
                  <a:lnTo>
                    <a:pt x="1072388" y="1072388"/>
                  </a:lnTo>
                  <a:lnTo>
                    <a:pt x="0" y="1072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3152984" y="5661272"/>
            <a:ext cx="321618" cy="49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499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84085" y="6608712"/>
            <a:ext cx="3711923" cy="45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Application &amp; Feedback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584085" y="7143601"/>
            <a:ext cx="7459564" cy="137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Confirmed student application process, duplicate prevention, status tracking, and feedback submission functionality.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8212" y="9037587"/>
            <a:ext cx="16411575" cy="51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 Environment:</a:t>
            </a: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Intel Core i5 7th Gen | </a:t>
            </a:r>
            <a:r>
              <a:rPr lang="en-US" sz="206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Tested By:</a:t>
            </a: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Aayusha | </a:t>
            </a:r>
            <a:r>
              <a:rPr lang="en-US" sz="206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Priority:</a:t>
            </a: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High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186410"/>
            <a:chOff x="0" y="0"/>
            <a:chExt cx="24384000" cy="424854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248531"/>
            </a:xfrm>
            <a:custGeom>
              <a:avLst/>
              <a:gdLst/>
              <a:ahLst/>
              <a:cxnLst/>
              <a:rect r="r" b="b" t="t" l="l"/>
              <a:pathLst>
                <a:path h="424853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248531"/>
                  </a:lnTo>
                  <a:lnTo>
                    <a:pt x="0" y="4248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0" r="0" b="-7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49660" y="3666530"/>
            <a:ext cx="10056316" cy="83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Conclusion &amp; Future Enhancements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9660" y="5081587"/>
            <a:ext cx="3833515" cy="50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Key Achievements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9660" y="5755927"/>
            <a:ext cx="7998173" cy="201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Successfully developed a web-based PHP application that streamlines internship management for educational institutions. The system provides organized tracking, verification, and transparent coordination between students, admin, and companies.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660" y="7915870"/>
            <a:ext cx="7998173" cy="85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Automated notifications and comprehensive reporting reduce manual workload and support better decision-making.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49692" y="5081587"/>
            <a:ext cx="4251275" cy="50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Proposed Enhancements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49692" y="5755927"/>
            <a:ext cx="7998173" cy="4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Enhanced UI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9692" y="6229052"/>
            <a:ext cx="7998173" cy="4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Direct messaging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49692" y="6702177"/>
            <a:ext cx="7998173" cy="4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Detailed internship reports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49692" y="7175301"/>
            <a:ext cx="7998173" cy="4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Advanced status tracking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49692" y="7648426"/>
            <a:ext cx="7998173" cy="4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Company blocking capabilities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49692" y="8121551"/>
            <a:ext cx="7998173" cy="4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Bookmark functionality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49692" y="8594675"/>
            <a:ext cx="7998173" cy="4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Advanced search filters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49692" y="9067800"/>
            <a:ext cx="7998173" cy="4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Automated performance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DAG5WiqwKuM</dc:identifier>
  <dcterms:modified xsi:type="dcterms:W3CDTF">2011-08-01T06:04:30Z</dcterms:modified>
  <cp:revision>1</cp:revision>
  <dc:title>Internship-Management-System (2).pptx</dc:title>
</cp:coreProperties>
</file>